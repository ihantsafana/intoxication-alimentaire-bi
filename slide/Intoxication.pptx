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Gill Sans Display Ultra-Bold" charset="1" panose="020B0904020104020203"/>
      <p:regular r:id="rId41"/>
    </p:embeddedFont>
    <p:embeddedFont>
      <p:font typeface="Mogra" charset="1" panose="02000000000000000000"/>
      <p:regular r:id="rId42"/>
    </p:embeddedFont>
    <p:embeddedFont>
      <p:font typeface="Have Heart One" charset="1" panose="00000000000000000000"/>
      <p:regular r:id="rId43"/>
    </p:embeddedFont>
    <p:embeddedFont>
      <p:font typeface="Insaniburger with Cheese" charset="1" panose="02000000000000000000"/>
      <p:regular r:id="rId44"/>
    </p:embeddedFont>
    <p:embeddedFont>
      <p:font typeface="Poppins Bold" charset="1" panose="00000800000000000000"/>
      <p:regular r:id="rId45"/>
    </p:embeddedFont>
    <p:embeddedFont>
      <p:font typeface="Circus Of Innocents" charset="1" panose="00000000000000000000"/>
      <p:regular r:id="rId46"/>
    </p:embeddedFont>
    <p:embeddedFont>
      <p:font typeface="Scouts GT Planar Bold" charset="1" panose="00000000000000000000"/>
      <p:regular r:id="rId47"/>
    </p:embeddedFont>
    <p:embeddedFont>
      <p:font typeface="Poppins" charset="1" panose="000005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2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2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5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6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2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43557">
            <a:off x="-170700" y="8063652"/>
            <a:ext cx="1512467" cy="1500121"/>
          </a:xfrm>
          <a:custGeom>
            <a:avLst/>
            <a:gdLst/>
            <a:ahLst/>
            <a:cxnLst/>
            <a:rect r="r" b="b" t="t" l="l"/>
            <a:pathLst>
              <a:path h="1500121" w="1512467">
                <a:moveTo>
                  <a:pt x="0" y="0"/>
                </a:moveTo>
                <a:lnTo>
                  <a:pt x="1512468" y="0"/>
                </a:lnTo>
                <a:lnTo>
                  <a:pt x="1512468" y="1500121"/>
                </a:lnTo>
                <a:lnTo>
                  <a:pt x="0" y="1500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56150"/>
            <a:ext cx="16386489" cy="4774701"/>
            <a:chOff x="0" y="0"/>
            <a:chExt cx="21848651" cy="63662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48716" y="2879954"/>
              <a:ext cx="21751219" cy="3486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465"/>
                </a:lnSpc>
              </a:pPr>
              <a:r>
                <a:rPr lang="en-US" sz="17897" spc="-590">
                  <a:solidFill>
                    <a:srgbClr val="00B3D5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ALIMENTAIRE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-134406">
              <a:off x="69118" y="775480"/>
              <a:ext cx="21724192" cy="3256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138"/>
                </a:lnSpc>
              </a:pPr>
              <a:r>
                <a:rPr lang="en-US" sz="17897" spc="-590">
                  <a:solidFill>
                    <a:srgbClr val="07426D"/>
                  </a:solidFill>
                  <a:latin typeface="Mogra"/>
                  <a:ea typeface="Mogra"/>
                  <a:cs typeface="Mogra"/>
                  <a:sym typeface="Mogra"/>
                </a:rPr>
                <a:t>Intoxication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4823938">
            <a:off x="16201973" y="6964562"/>
            <a:ext cx="2426431" cy="1558982"/>
          </a:xfrm>
          <a:custGeom>
            <a:avLst/>
            <a:gdLst/>
            <a:ahLst/>
            <a:cxnLst/>
            <a:rect r="r" b="b" t="t" l="l"/>
            <a:pathLst>
              <a:path h="1558982" w="2426431">
                <a:moveTo>
                  <a:pt x="2426431" y="0"/>
                </a:moveTo>
                <a:lnTo>
                  <a:pt x="0" y="0"/>
                </a:lnTo>
                <a:lnTo>
                  <a:pt x="0" y="1558983"/>
                </a:lnTo>
                <a:lnTo>
                  <a:pt x="2426431" y="1558983"/>
                </a:lnTo>
                <a:lnTo>
                  <a:pt x="242643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28978">
            <a:off x="589874" y="8913536"/>
            <a:ext cx="1824472" cy="1555752"/>
          </a:xfrm>
          <a:custGeom>
            <a:avLst/>
            <a:gdLst/>
            <a:ahLst/>
            <a:cxnLst/>
            <a:rect r="r" b="b" t="t" l="l"/>
            <a:pathLst>
              <a:path h="1555752" w="1824472">
                <a:moveTo>
                  <a:pt x="0" y="0"/>
                </a:moveTo>
                <a:lnTo>
                  <a:pt x="1824472" y="0"/>
                </a:lnTo>
                <a:lnTo>
                  <a:pt x="1824472" y="1555752"/>
                </a:lnTo>
                <a:lnTo>
                  <a:pt x="0" y="1555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39495">
            <a:off x="-294378" y="9476144"/>
            <a:ext cx="1019840" cy="1136312"/>
          </a:xfrm>
          <a:custGeom>
            <a:avLst/>
            <a:gdLst/>
            <a:ahLst/>
            <a:cxnLst/>
            <a:rect r="r" b="b" t="t" l="l"/>
            <a:pathLst>
              <a:path h="1136312" w="1019840">
                <a:moveTo>
                  <a:pt x="0" y="0"/>
                </a:moveTo>
                <a:lnTo>
                  <a:pt x="1019840" y="0"/>
                </a:lnTo>
                <a:lnTo>
                  <a:pt x="1019840" y="1136311"/>
                </a:lnTo>
                <a:lnTo>
                  <a:pt x="0" y="1136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17150" y="0"/>
            <a:ext cx="3440864" cy="1816461"/>
          </a:xfrm>
          <a:custGeom>
            <a:avLst/>
            <a:gdLst/>
            <a:ahLst/>
            <a:cxnLst/>
            <a:rect r="r" b="b" t="t" l="l"/>
            <a:pathLst>
              <a:path h="1816461" w="3440864">
                <a:moveTo>
                  <a:pt x="0" y="0"/>
                </a:moveTo>
                <a:lnTo>
                  <a:pt x="3440864" y="0"/>
                </a:lnTo>
                <a:lnTo>
                  <a:pt x="3440864" y="1816461"/>
                </a:lnTo>
                <a:lnTo>
                  <a:pt x="0" y="18164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9397" r="0" b="-5173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0040" y="7744054"/>
            <a:ext cx="1360265" cy="1117891"/>
          </a:xfrm>
          <a:custGeom>
            <a:avLst/>
            <a:gdLst/>
            <a:ahLst/>
            <a:cxnLst/>
            <a:rect r="r" b="b" t="t" l="l"/>
            <a:pathLst>
              <a:path h="1117891" w="1360265">
                <a:moveTo>
                  <a:pt x="0" y="0"/>
                </a:moveTo>
                <a:lnTo>
                  <a:pt x="1360265" y="0"/>
                </a:lnTo>
                <a:lnTo>
                  <a:pt x="1360265" y="1117890"/>
                </a:lnTo>
                <a:lnTo>
                  <a:pt x="0" y="11178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347998">
            <a:off x="12853913" y="9203424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Projet BI</a:t>
            </a:r>
          </a:p>
        </p:txBody>
      </p:sp>
      <p:sp>
        <p:nvSpPr>
          <p:cNvPr name="TextBox 12" id="12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Groupe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572475" y="878004"/>
            <a:ext cx="9300730" cy="9230974"/>
          </a:xfrm>
          <a:custGeom>
            <a:avLst/>
            <a:gdLst/>
            <a:ahLst/>
            <a:cxnLst/>
            <a:rect r="r" b="b" t="t" l="l"/>
            <a:pathLst>
              <a:path h="9230974" w="9300730">
                <a:moveTo>
                  <a:pt x="0" y="0"/>
                </a:moveTo>
                <a:lnTo>
                  <a:pt x="9300730" y="0"/>
                </a:lnTo>
                <a:lnTo>
                  <a:pt x="9300730" y="9230974"/>
                </a:lnTo>
                <a:lnTo>
                  <a:pt x="0" y="9230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688282">
            <a:off x="12187542" y="1461342"/>
            <a:ext cx="1062598" cy="3303412"/>
          </a:xfrm>
          <a:custGeom>
            <a:avLst/>
            <a:gdLst/>
            <a:ahLst/>
            <a:cxnLst/>
            <a:rect r="r" b="b" t="t" l="l"/>
            <a:pathLst>
              <a:path h="3303412" w="1062598">
                <a:moveTo>
                  <a:pt x="0" y="0"/>
                </a:moveTo>
                <a:lnTo>
                  <a:pt x="1062597" y="0"/>
                </a:lnTo>
                <a:lnTo>
                  <a:pt x="1062597" y="3303413"/>
                </a:lnTo>
                <a:lnTo>
                  <a:pt x="0" y="330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454326" y="9373204"/>
            <a:ext cx="624857" cy="802662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3615751" y="1028700"/>
            <a:ext cx="8254006" cy="13456852"/>
          </a:xfrm>
          <a:custGeom>
            <a:avLst/>
            <a:gdLst/>
            <a:ahLst/>
            <a:cxnLst/>
            <a:rect r="r" b="b" t="t" l="l"/>
            <a:pathLst>
              <a:path h="13456852" w="8254006">
                <a:moveTo>
                  <a:pt x="0" y="0"/>
                </a:moveTo>
                <a:lnTo>
                  <a:pt x="8254006" y="0"/>
                </a:lnTo>
                <a:lnTo>
                  <a:pt x="8254006" y="13456852"/>
                </a:lnTo>
                <a:lnTo>
                  <a:pt x="0" y="134568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9108" t="-94614" r="-87292" b="-5437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59377" y="7309061"/>
            <a:ext cx="849084" cy="896131"/>
          </a:xfrm>
          <a:custGeom>
            <a:avLst/>
            <a:gdLst/>
            <a:ahLst/>
            <a:cxnLst/>
            <a:rect r="r" b="b" t="t" l="l"/>
            <a:pathLst>
              <a:path h="896131" w="849084">
                <a:moveTo>
                  <a:pt x="0" y="0"/>
                </a:moveTo>
                <a:lnTo>
                  <a:pt x="849084" y="0"/>
                </a:lnTo>
                <a:lnTo>
                  <a:pt x="849084" y="896131"/>
                </a:lnTo>
                <a:lnTo>
                  <a:pt x="0" y="896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34406">
            <a:off x="11922500" y="4519742"/>
            <a:ext cx="5311596" cy="139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3"/>
              </a:lnSpc>
            </a:pPr>
            <a:r>
              <a:rPr lang="en-US" sz="10599" spc="-349">
                <a:solidFill>
                  <a:srgbClr val="07426D"/>
                </a:solidFill>
                <a:latin typeface="Mogra"/>
                <a:ea typeface="Mogra"/>
                <a:cs typeface="Mogra"/>
                <a:sym typeface="Mogra"/>
              </a:rPr>
              <a:t>Sydonie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94633" y="7304362"/>
            <a:ext cx="3964667" cy="7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8"/>
              </a:lnSpc>
            </a:pPr>
            <a:r>
              <a:rPr lang="en-US" sz="4513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Data scientist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26586" y="8205192"/>
            <a:ext cx="582753" cy="741851"/>
          </a:xfrm>
          <a:custGeom>
            <a:avLst/>
            <a:gdLst/>
            <a:ahLst/>
            <a:cxnLst/>
            <a:rect r="r" b="b" t="t" l="l"/>
            <a:pathLst>
              <a:path h="741851" w="582753">
                <a:moveTo>
                  <a:pt x="0" y="0"/>
                </a:moveTo>
                <a:lnTo>
                  <a:pt x="582753" y="0"/>
                </a:lnTo>
                <a:lnTo>
                  <a:pt x="582753" y="741850"/>
                </a:lnTo>
                <a:lnTo>
                  <a:pt x="0" y="741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 l="-46834" t="-25091" r="-46834" b="-258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51474" y="8215106"/>
            <a:ext cx="722022" cy="722022"/>
          </a:xfrm>
          <a:custGeom>
            <a:avLst/>
            <a:gdLst/>
            <a:ahLst/>
            <a:cxnLst/>
            <a:rect r="r" b="b" t="t" l="l"/>
            <a:pathLst>
              <a:path h="722022" w="722022">
                <a:moveTo>
                  <a:pt x="0" y="0"/>
                </a:moveTo>
                <a:lnTo>
                  <a:pt x="722022" y="0"/>
                </a:lnTo>
                <a:lnTo>
                  <a:pt x="722022" y="722022"/>
                </a:lnTo>
                <a:lnTo>
                  <a:pt x="0" y="722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15630" y="8205192"/>
            <a:ext cx="711250" cy="741851"/>
          </a:xfrm>
          <a:custGeom>
            <a:avLst/>
            <a:gdLst/>
            <a:ahLst/>
            <a:cxnLst/>
            <a:rect r="r" b="b" t="t" l="l"/>
            <a:pathLst>
              <a:path h="741851" w="711250">
                <a:moveTo>
                  <a:pt x="0" y="0"/>
                </a:moveTo>
                <a:lnTo>
                  <a:pt x="711250" y="0"/>
                </a:lnTo>
                <a:lnTo>
                  <a:pt x="711250" y="741850"/>
                </a:lnTo>
                <a:lnTo>
                  <a:pt x="0" y="7418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2475" y="878004"/>
            <a:ext cx="9300730" cy="9230974"/>
          </a:xfrm>
          <a:custGeom>
            <a:avLst/>
            <a:gdLst/>
            <a:ahLst/>
            <a:cxnLst/>
            <a:rect r="r" b="b" t="t" l="l"/>
            <a:pathLst>
              <a:path h="9230974" w="9300730">
                <a:moveTo>
                  <a:pt x="0" y="0"/>
                </a:moveTo>
                <a:lnTo>
                  <a:pt x="9300730" y="0"/>
                </a:lnTo>
                <a:lnTo>
                  <a:pt x="9300730" y="9230974"/>
                </a:lnTo>
                <a:lnTo>
                  <a:pt x="0" y="9230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688282">
            <a:off x="12187542" y="1461342"/>
            <a:ext cx="1062598" cy="3303412"/>
          </a:xfrm>
          <a:custGeom>
            <a:avLst/>
            <a:gdLst/>
            <a:ahLst/>
            <a:cxnLst/>
            <a:rect r="r" b="b" t="t" l="l"/>
            <a:pathLst>
              <a:path h="3303412" w="1062598">
                <a:moveTo>
                  <a:pt x="0" y="0"/>
                </a:moveTo>
                <a:lnTo>
                  <a:pt x="1062597" y="0"/>
                </a:lnTo>
                <a:lnTo>
                  <a:pt x="1062597" y="3303413"/>
                </a:lnTo>
                <a:lnTo>
                  <a:pt x="0" y="330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423182" y="9373204"/>
            <a:ext cx="656002" cy="802662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3313640" y="475747"/>
            <a:ext cx="9965648" cy="10337001"/>
          </a:xfrm>
          <a:custGeom>
            <a:avLst/>
            <a:gdLst/>
            <a:ahLst/>
            <a:cxnLst/>
            <a:rect r="r" b="b" t="t" l="l"/>
            <a:pathLst>
              <a:path h="10337001" w="9965648">
                <a:moveTo>
                  <a:pt x="0" y="0"/>
                </a:moveTo>
                <a:lnTo>
                  <a:pt x="9965648" y="0"/>
                </a:lnTo>
                <a:lnTo>
                  <a:pt x="9965648" y="10337001"/>
                </a:lnTo>
                <a:lnTo>
                  <a:pt x="0" y="103370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59377" y="7309061"/>
            <a:ext cx="849084" cy="896131"/>
          </a:xfrm>
          <a:custGeom>
            <a:avLst/>
            <a:gdLst/>
            <a:ahLst/>
            <a:cxnLst/>
            <a:rect r="r" b="b" t="t" l="l"/>
            <a:pathLst>
              <a:path h="896131" w="849084">
                <a:moveTo>
                  <a:pt x="0" y="0"/>
                </a:moveTo>
                <a:lnTo>
                  <a:pt x="849084" y="0"/>
                </a:lnTo>
                <a:lnTo>
                  <a:pt x="849084" y="896131"/>
                </a:lnTo>
                <a:lnTo>
                  <a:pt x="0" y="896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16018" y="8210149"/>
            <a:ext cx="722022" cy="722022"/>
          </a:xfrm>
          <a:custGeom>
            <a:avLst/>
            <a:gdLst/>
            <a:ahLst/>
            <a:cxnLst/>
            <a:rect r="r" b="b" t="t" l="l"/>
            <a:pathLst>
              <a:path h="722022" w="722022">
                <a:moveTo>
                  <a:pt x="0" y="0"/>
                </a:moveTo>
                <a:lnTo>
                  <a:pt x="722022" y="0"/>
                </a:lnTo>
                <a:lnTo>
                  <a:pt x="722022" y="722022"/>
                </a:lnTo>
                <a:lnTo>
                  <a:pt x="0" y="7220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78182" y="8205192"/>
            <a:ext cx="711250" cy="741851"/>
          </a:xfrm>
          <a:custGeom>
            <a:avLst/>
            <a:gdLst/>
            <a:ahLst/>
            <a:cxnLst/>
            <a:rect r="r" b="b" t="t" l="l"/>
            <a:pathLst>
              <a:path h="741851" w="711250">
                <a:moveTo>
                  <a:pt x="0" y="0"/>
                </a:moveTo>
                <a:lnTo>
                  <a:pt x="711249" y="0"/>
                </a:lnTo>
                <a:lnTo>
                  <a:pt x="711249" y="741850"/>
                </a:lnTo>
                <a:lnTo>
                  <a:pt x="0" y="741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64502" y="8205192"/>
            <a:ext cx="711373" cy="731936"/>
          </a:xfrm>
          <a:custGeom>
            <a:avLst/>
            <a:gdLst/>
            <a:ahLst/>
            <a:cxnLst/>
            <a:rect r="r" b="b" t="t" l="l"/>
            <a:pathLst>
              <a:path h="731936" w="711373">
                <a:moveTo>
                  <a:pt x="0" y="0"/>
                </a:moveTo>
                <a:lnTo>
                  <a:pt x="711373" y="0"/>
                </a:lnTo>
                <a:lnTo>
                  <a:pt x="711373" y="731936"/>
                </a:lnTo>
                <a:lnTo>
                  <a:pt x="0" y="7319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Team</a:t>
            </a:r>
          </a:p>
        </p:txBody>
      </p:sp>
      <p:sp>
        <p:nvSpPr>
          <p:cNvPr name="TextBox 11" id="11"/>
          <p:cNvSpPr txBox="true"/>
          <p:nvPr/>
        </p:nvSpPr>
        <p:spPr>
          <a:xfrm rot="-134406">
            <a:off x="11922500" y="4519742"/>
            <a:ext cx="5311596" cy="139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3"/>
              </a:lnSpc>
            </a:pPr>
            <a:r>
              <a:rPr lang="en-US" sz="10599" spc="-349">
                <a:solidFill>
                  <a:srgbClr val="07426D"/>
                </a:solidFill>
                <a:latin typeface="Mogra"/>
                <a:ea typeface="Mogra"/>
                <a:cs typeface="Mogra"/>
                <a:sym typeface="Mogra"/>
              </a:rPr>
              <a:t>Erico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21408" y="7304362"/>
            <a:ext cx="3711117" cy="7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8"/>
              </a:lnSpc>
            </a:pPr>
            <a:r>
              <a:rPr lang="en-US" sz="4513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Data analyst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572475" y="878004"/>
            <a:ext cx="9300730" cy="9230974"/>
          </a:xfrm>
          <a:custGeom>
            <a:avLst/>
            <a:gdLst/>
            <a:ahLst/>
            <a:cxnLst/>
            <a:rect r="r" b="b" t="t" l="l"/>
            <a:pathLst>
              <a:path h="9230974" w="9300730">
                <a:moveTo>
                  <a:pt x="0" y="0"/>
                </a:moveTo>
                <a:lnTo>
                  <a:pt x="9300730" y="0"/>
                </a:lnTo>
                <a:lnTo>
                  <a:pt x="9300730" y="9230974"/>
                </a:lnTo>
                <a:lnTo>
                  <a:pt x="0" y="9230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688282">
            <a:off x="12187542" y="1461342"/>
            <a:ext cx="1062598" cy="3303412"/>
          </a:xfrm>
          <a:custGeom>
            <a:avLst/>
            <a:gdLst/>
            <a:ahLst/>
            <a:cxnLst/>
            <a:rect r="r" b="b" t="t" l="l"/>
            <a:pathLst>
              <a:path h="3303412" w="1062598">
                <a:moveTo>
                  <a:pt x="0" y="0"/>
                </a:moveTo>
                <a:lnTo>
                  <a:pt x="1062597" y="0"/>
                </a:lnTo>
                <a:lnTo>
                  <a:pt x="1062597" y="3303413"/>
                </a:lnTo>
                <a:lnTo>
                  <a:pt x="0" y="330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96927" y="1756007"/>
            <a:ext cx="10478276" cy="10560138"/>
          </a:xfrm>
          <a:custGeom>
            <a:avLst/>
            <a:gdLst/>
            <a:ahLst/>
            <a:cxnLst/>
            <a:rect r="r" b="b" t="t" l="l"/>
            <a:pathLst>
              <a:path h="10560138" w="10478276">
                <a:moveTo>
                  <a:pt x="0" y="0"/>
                </a:moveTo>
                <a:lnTo>
                  <a:pt x="10478276" y="0"/>
                </a:lnTo>
                <a:lnTo>
                  <a:pt x="10478276" y="10560138"/>
                </a:lnTo>
                <a:lnTo>
                  <a:pt x="0" y="10560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34406">
            <a:off x="11443398" y="4478274"/>
            <a:ext cx="6601336" cy="139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3"/>
              </a:lnSpc>
            </a:pPr>
            <a:r>
              <a:rPr lang="en-US" sz="10599" spc="-349">
                <a:solidFill>
                  <a:srgbClr val="07426D"/>
                </a:solidFill>
                <a:latin typeface="Mogra"/>
                <a:ea typeface="Mogra"/>
                <a:cs typeface="Mogra"/>
                <a:sym typeface="Mogra"/>
              </a:rPr>
              <a:t>Maharavo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416368" y="9373204"/>
            <a:ext cx="700776" cy="802662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2159377" y="7309061"/>
            <a:ext cx="849084" cy="896131"/>
          </a:xfrm>
          <a:custGeom>
            <a:avLst/>
            <a:gdLst/>
            <a:ahLst/>
            <a:cxnLst/>
            <a:rect r="r" b="b" t="t" l="l"/>
            <a:pathLst>
              <a:path h="896131" w="849084">
                <a:moveTo>
                  <a:pt x="0" y="0"/>
                </a:moveTo>
                <a:lnTo>
                  <a:pt x="849084" y="0"/>
                </a:lnTo>
                <a:lnTo>
                  <a:pt x="849084" y="896131"/>
                </a:lnTo>
                <a:lnTo>
                  <a:pt x="0" y="896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21408" y="7304362"/>
            <a:ext cx="3711117" cy="7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8"/>
              </a:lnSpc>
            </a:pPr>
            <a:r>
              <a:rPr lang="en-US" sz="4513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Data analyst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916018" y="8210149"/>
            <a:ext cx="722022" cy="722022"/>
          </a:xfrm>
          <a:custGeom>
            <a:avLst/>
            <a:gdLst/>
            <a:ahLst/>
            <a:cxnLst/>
            <a:rect r="r" b="b" t="t" l="l"/>
            <a:pathLst>
              <a:path h="722022" w="722022">
                <a:moveTo>
                  <a:pt x="0" y="0"/>
                </a:moveTo>
                <a:lnTo>
                  <a:pt x="722022" y="0"/>
                </a:lnTo>
                <a:lnTo>
                  <a:pt x="722022" y="722022"/>
                </a:lnTo>
                <a:lnTo>
                  <a:pt x="0" y="7220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78182" y="8205192"/>
            <a:ext cx="711250" cy="741851"/>
          </a:xfrm>
          <a:custGeom>
            <a:avLst/>
            <a:gdLst/>
            <a:ahLst/>
            <a:cxnLst/>
            <a:rect r="r" b="b" t="t" l="l"/>
            <a:pathLst>
              <a:path h="741851" w="711250">
                <a:moveTo>
                  <a:pt x="0" y="0"/>
                </a:moveTo>
                <a:lnTo>
                  <a:pt x="711249" y="0"/>
                </a:lnTo>
                <a:lnTo>
                  <a:pt x="711249" y="741850"/>
                </a:lnTo>
                <a:lnTo>
                  <a:pt x="0" y="741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64502" y="8205192"/>
            <a:ext cx="711373" cy="731936"/>
          </a:xfrm>
          <a:custGeom>
            <a:avLst/>
            <a:gdLst/>
            <a:ahLst/>
            <a:cxnLst/>
            <a:rect r="r" b="b" t="t" l="l"/>
            <a:pathLst>
              <a:path h="731936" w="711373">
                <a:moveTo>
                  <a:pt x="0" y="0"/>
                </a:moveTo>
                <a:lnTo>
                  <a:pt x="711373" y="0"/>
                </a:lnTo>
                <a:lnTo>
                  <a:pt x="711373" y="731936"/>
                </a:lnTo>
                <a:lnTo>
                  <a:pt x="0" y="7319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300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572475" y="878004"/>
            <a:ext cx="9300730" cy="9230974"/>
          </a:xfrm>
          <a:custGeom>
            <a:avLst/>
            <a:gdLst/>
            <a:ahLst/>
            <a:cxnLst/>
            <a:rect r="r" b="b" t="t" l="l"/>
            <a:pathLst>
              <a:path h="9230974" w="9300730">
                <a:moveTo>
                  <a:pt x="0" y="0"/>
                </a:moveTo>
                <a:lnTo>
                  <a:pt x="9300730" y="0"/>
                </a:lnTo>
                <a:lnTo>
                  <a:pt x="9300730" y="9230974"/>
                </a:lnTo>
                <a:lnTo>
                  <a:pt x="0" y="9230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765532"/>
            <a:ext cx="11276267" cy="8501930"/>
          </a:xfrm>
          <a:custGeom>
            <a:avLst/>
            <a:gdLst/>
            <a:ahLst/>
            <a:cxnLst/>
            <a:rect r="r" b="b" t="t" l="l"/>
            <a:pathLst>
              <a:path h="8501930" w="11276267">
                <a:moveTo>
                  <a:pt x="0" y="0"/>
                </a:moveTo>
                <a:lnTo>
                  <a:pt x="11276267" y="0"/>
                </a:lnTo>
                <a:lnTo>
                  <a:pt x="11276267" y="8501930"/>
                </a:lnTo>
                <a:lnTo>
                  <a:pt x="0" y="850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688282">
            <a:off x="12187542" y="1461342"/>
            <a:ext cx="1062598" cy="3303412"/>
          </a:xfrm>
          <a:custGeom>
            <a:avLst/>
            <a:gdLst/>
            <a:ahLst/>
            <a:cxnLst/>
            <a:rect r="r" b="b" t="t" l="l"/>
            <a:pathLst>
              <a:path h="3303412" w="1062598">
                <a:moveTo>
                  <a:pt x="0" y="0"/>
                </a:moveTo>
                <a:lnTo>
                  <a:pt x="1062597" y="0"/>
                </a:lnTo>
                <a:lnTo>
                  <a:pt x="1062597" y="3303413"/>
                </a:lnTo>
                <a:lnTo>
                  <a:pt x="0" y="3303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34406">
            <a:off x="11922500" y="4519742"/>
            <a:ext cx="5311596" cy="139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3"/>
              </a:lnSpc>
            </a:pPr>
            <a:r>
              <a:rPr lang="en-US" sz="10599" spc="-349">
                <a:solidFill>
                  <a:srgbClr val="07426D"/>
                </a:solidFill>
                <a:latin typeface="Mogra"/>
                <a:ea typeface="Mogra"/>
                <a:cs typeface="Mogra"/>
                <a:sym typeface="Mogra"/>
              </a:rPr>
              <a:t>Ihantsa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364384" y="9373204"/>
            <a:ext cx="714800" cy="802662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2159377" y="7309061"/>
            <a:ext cx="849084" cy="896131"/>
          </a:xfrm>
          <a:custGeom>
            <a:avLst/>
            <a:gdLst/>
            <a:ahLst/>
            <a:cxnLst/>
            <a:rect r="r" b="b" t="t" l="l"/>
            <a:pathLst>
              <a:path h="896131" w="849084">
                <a:moveTo>
                  <a:pt x="0" y="0"/>
                </a:moveTo>
                <a:lnTo>
                  <a:pt x="849084" y="0"/>
                </a:lnTo>
                <a:lnTo>
                  <a:pt x="849084" y="896131"/>
                </a:lnTo>
                <a:lnTo>
                  <a:pt x="0" y="896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266764" y="6920652"/>
            <a:ext cx="4187279" cy="173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4513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LEAD .</a:t>
            </a:r>
          </a:p>
          <a:p>
            <a:pPr algn="l">
              <a:lnSpc>
                <a:spcPts val="4468"/>
              </a:lnSpc>
            </a:pPr>
            <a:r>
              <a:rPr lang="en-US" sz="4513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designer .</a:t>
            </a:r>
          </a:p>
          <a:p>
            <a:pPr algn="l">
              <a:lnSpc>
                <a:spcPts val="4468"/>
              </a:lnSpc>
            </a:pPr>
            <a:r>
              <a:rPr lang="en-US" sz="4513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Date Scientist 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808498" y="8698242"/>
            <a:ext cx="582753" cy="741851"/>
          </a:xfrm>
          <a:custGeom>
            <a:avLst/>
            <a:gdLst/>
            <a:ahLst/>
            <a:cxnLst/>
            <a:rect r="r" b="b" t="t" l="l"/>
            <a:pathLst>
              <a:path h="741851" w="582753">
                <a:moveTo>
                  <a:pt x="0" y="0"/>
                </a:moveTo>
                <a:lnTo>
                  <a:pt x="582753" y="0"/>
                </a:lnTo>
                <a:lnTo>
                  <a:pt x="582753" y="741851"/>
                </a:lnTo>
                <a:lnTo>
                  <a:pt x="0" y="741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 l="-46834" t="-25091" r="-46834" b="-258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33385" y="8708156"/>
            <a:ext cx="722022" cy="722022"/>
          </a:xfrm>
          <a:custGeom>
            <a:avLst/>
            <a:gdLst/>
            <a:ahLst/>
            <a:cxnLst/>
            <a:rect r="r" b="b" t="t" l="l"/>
            <a:pathLst>
              <a:path h="722022" w="722022">
                <a:moveTo>
                  <a:pt x="0" y="0"/>
                </a:moveTo>
                <a:lnTo>
                  <a:pt x="722022" y="0"/>
                </a:lnTo>
                <a:lnTo>
                  <a:pt x="722022" y="722022"/>
                </a:lnTo>
                <a:lnTo>
                  <a:pt x="0" y="722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97542" y="8698242"/>
            <a:ext cx="711250" cy="741851"/>
          </a:xfrm>
          <a:custGeom>
            <a:avLst/>
            <a:gdLst/>
            <a:ahLst/>
            <a:cxnLst/>
            <a:rect r="r" b="b" t="t" l="l"/>
            <a:pathLst>
              <a:path h="741851" w="711250">
                <a:moveTo>
                  <a:pt x="0" y="0"/>
                </a:moveTo>
                <a:lnTo>
                  <a:pt x="711249" y="0"/>
                </a:lnTo>
                <a:lnTo>
                  <a:pt x="711249" y="741851"/>
                </a:lnTo>
                <a:lnTo>
                  <a:pt x="0" y="741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l"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34406">
            <a:off x="4393844" y="4366423"/>
            <a:ext cx="11853603" cy="310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87"/>
              </a:lnSpc>
            </a:pPr>
            <a:r>
              <a:rPr lang="en-US" sz="23654" spc="-780">
                <a:solidFill>
                  <a:srgbClr val="07426D"/>
                </a:solidFill>
                <a:latin typeface="Mogra"/>
                <a:ea typeface="Mogra"/>
                <a:cs typeface="Mogra"/>
                <a:sym typeface="Mogra"/>
              </a:rPr>
              <a:t>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6501" y="0"/>
            <a:ext cx="3741674" cy="10287000"/>
            <a:chOff x="0" y="0"/>
            <a:chExt cx="952296" cy="26181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074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74426" y="0"/>
            <a:ext cx="3741674" cy="10287000"/>
            <a:chOff x="0" y="0"/>
            <a:chExt cx="952296" cy="2618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0075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165352" y="0"/>
            <a:ext cx="3741674" cy="10287000"/>
            <a:chOff x="0" y="0"/>
            <a:chExt cx="952296" cy="2618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00B3D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807875" y="0"/>
            <a:ext cx="3741674" cy="10287000"/>
            <a:chOff x="0" y="0"/>
            <a:chExt cx="952296" cy="26181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88DF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med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501" y="0"/>
            <a:ext cx="17042799" cy="10812811"/>
            <a:chOff x="0" y="0"/>
            <a:chExt cx="22723732" cy="1441708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723732" cy="13716000"/>
              <a:chOff x="0" y="0"/>
              <a:chExt cx="4337577" cy="26181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37577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337577">
                    <a:moveTo>
                      <a:pt x="11357" y="0"/>
                    </a:moveTo>
                    <a:lnTo>
                      <a:pt x="4326220" y="0"/>
                    </a:lnTo>
                    <a:cubicBezTo>
                      <a:pt x="4329232" y="0"/>
                      <a:pt x="4332121" y="1196"/>
                      <a:pt x="4334251" y="3326"/>
                    </a:cubicBezTo>
                    <a:cubicBezTo>
                      <a:pt x="4336380" y="5456"/>
                      <a:pt x="4337577" y="8345"/>
                      <a:pt x="4337577" y="11357"/>
                    </a:cubicBezTo>
                    <a:lnTo>
                      <a:pt x="4337577" y="2606796"/>
                    </a:lnTo>
                    <a:cubicBezTo>
                      <a:pt x="4337577" y="2609808"/>
                      <a:pt x="4336380" y="2612697"/>
                      <a:pt x="4334251" y="2614826"/>
                    </a:cubicBezTo>
                    <a:cubicBezTo>
                      <a:pt x="4332121" y="2616956"/>
                      <a:pt x="4329232" y="2618153"/>
                      <a:pt x="4326220" y="2618153"/>
                    </a:cubicBezTo>
                    <a:lnTo>
                      <a:pt x="11357" y="2618153"/>
                    </a:lnTo>
                    <a:cubicBezTo>
                      <a:pt x="5085" y="2618153"/>
                      <a:pt x="0" y="2613068"/>
                      <a:pt x="0" y="2606796"/>
                    </a:cubicBezTo>
                    <a:lnTo>
                      <a:pt x="0" y="11357"/>
                    </a:lnTo>
                    <a:cubicBezTo>
                      <a:pt x="0" y="8345"/>
                      <a:pt x="1196" y="5456"/>
                      <a:pt x="3326" y="3326"/>
                    </a:cubicBezTo>
                    <a:cubicBezTo>
                      <a:pt x="5456" y="1196"/>
                      <a:pt x="8345" y="0"/>
                      <a:pt x="11357" y="0"/>
                    </a:cubicBezTo>
                    <a:close/>
                  </a:path>
                </a:pathLst>
              </a:custGeom>
              <a:solidFill>
                <a:srgbClr val="07426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337577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463112">
              <a:off x="15949932" y="3092682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116885" y="7597918"/>
              <a:ext cx="11576246" cy="6819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81"/>
                </a:lnSpc>
              </a:pPr>
              <a:r>
                <a:rPr lang="en-US" sz="30629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Contexte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74426" y="0"/>
            <a:ext cx="3741674" cy="10287000"/>
            <a:chOff x="0" y="0"/>
            <a:chExt cx="952296" cy="26181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0075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165352" y="0"/>
            <a:ext cx="3741674" cy="10287000"/>
            <a:chOff x="0" y="0"/>
            <a:chExt cx="952296" cy="26181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00B3D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807875" y="0"/>
            <a:ext cx="3741674" cy="10287000"/>
            <a:chOff x="0" y="0"/>
            <a:chExt cx="952296" cy="26181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88DF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501" y="0"/>
            <a:ext cx="17042799" cy="10812811"/>
            <a:chOff x="0" y="0"/>
            <a:chExt cx="22723732" cy="1441708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723732" cy="13716000"/>
              <a:chOff x="0" y="0"/>
              <a:chExt cx="4337577" cy="26181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37577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337577">
                    <a:moveTo>
                      <a:pt x="11357" y="0"/>
                    </a:moveTo>
                    <a:lnTo>
                      <a:pt x="4326220" y="0"/>
                    </a:lnTo>
                    <a:cubicBezTo>
                      <a:pt x="4329232" y="0"/>
                      <a:pt x="4332121" y="1196"/>
                      <a:pt x="4334251" y="3326"/>
                    </a:cubicBezTo>
                    <a:cubicBezTo>
                      <a:pt x="4336380" y="5456"/>
                      <a:pt x="4337577" y="8345"/>
                      <a:pt x="4337577" y="11357"/>
                    </a:cubicBezTo>
                    <a:lnTo>
                      <a:pt x="4337577" y="2606796"/>
                    </a:lnTo>
                    <a:cubicBezTo>
                      <a:pt x="4337577" y="2609808"/>
                      <a:pt x="4336380" y="2612697"/>
                      <a:pt x="4334251" y="2614826"/>
                    </a:cubicBezTo>
                    <a:cubicBezTo>
                      <a:pt x="4332121" y="2616956"/>
                      <a:pt x="4329232" y="2618153"/>
                      <a:pt x="4326220" y="2618153"/>
                    </a:cubicBezTo>
                    <a:lnTo>
                      <a:pt x="11357" y="2618153"/>
                    </a:lnTo>
                    <a:cubicBezTo>
                      <a:pt x="5085" y="2618153"/>
                      <a:pt x="0" y="2613068"/>
                      <a:pt x="0" y="2606796"/>
                    </a:cubicBezTo>
                    <a:lnTo>
                      <a:pt x="0" y="11357"/>
                    </a:lnTo>
                    <a:cubicBezTo>
                      <a:pt x="0" y="8345"/>
                      <a:pt x="1196" y="5456"/>
                      <a:pt x="3326" y="3326"/>
                    </a:cubicBezTo>
                    <a:cubicBezTo>
                      <a:pt x="5456" y="1196"/>
                      <a:pt x="8345" y="0"/>
                      <a:pt x="11357" y="0"/>
                    </a:cubicBezTo>
                    <a:close/>
                  </a:path>
                </a:pathLst>
              </a:custGeom>
              <a:solidFill>
                <a:srgbClr val="07426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337577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463112">
              <a:off x="15949932" y="3092682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116885" y="7597918"/>
              <a:ext cx="11576246" cy="6819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81"/>
                </a:lnSpc>
              </a:pPr>
              <a:r>
                <a:rPr lang="en-US" sz="30629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Contexte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74426" y="0"/>
            <a:ext cx="16922047" cy="10287000"/>
            <a:chOff x="0" y="0"/>
            <a:chExt cx="22562730" cy="13716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562730" cy="13716000"/>
              <a:chOff x="0" y="0"/>
              <a:chExt cx="4306844" cy="261815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306844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306844">
                    <a:moveTo>
                      <a:pt x="11438" y="0"/>
                    </a:moveTo>
                    <a:lnTo>
                      <a:pt x="4295406" y="0"/>
                    </a:lnTo>
                    <a:cubicBezTo>
                      <a:pt x="4301723" y="0"/>
                      <a:pt x="4306844" y="5121"/>
                      <a:pt x="4306844" y="11438"/>
                    </a:cubicBezTo>
                    <a:lnTo>
                      <a:pt x="4306844" y="2606715"/>
                    </a:lnTo>
                    <a:cubicBezTo>
                      <a:pt x="4306844" y="2609749"/>
                      <a:pt x="4305639" y="2612658"/>
                      <a:pt x="4303494" y="2614803"/>
                    </a:cubicBezTo>
                    <a:cubicBezTo>
                      <a:pt x="4301349" y="2616948"/>
                      <a:pt x="4298440" y="2618153"/>
                      <a:pt x="4295406" y="2618153"/>
                    </a:cubicBezTo>
                    <a:lnTo>
                      <a:pt x="11438" y="2618153"/>
                    </a:lnTo>
                    <a:cubicBezTo>
                      <a:pt x="5121" y="2618153"/>
                      <a:pt x="0" y="2613032"/>
                      <a:pt x="0" y="2606715"/>
                    </a:cubicBezTo>
                    <a:lnTo>
                      <a:pt x="0" y="11438"/>
                    </a:lnTo>
                    <a:cubicBezTo>
                      <a:pt x="0" y="5121"/>
                      <a:pt x="5121" y="0"/>
                      <a:pt x="11438" y="0"/>
                    </a:cubicBezTo>
                    <a:close/>
                  </a:path>
                </a:pathLst>
              </a:custGeom>
              <a:solidFill>
                <a:srgbClr val="0075B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306844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6866252" y="4273550"/>
              <a:ext cx="4116855" cy="4008788"/>
            </a:xfrm>
            <a:custGeom>
              <a:avLst/>
              <a:gdLst/>
              <a:ahLst/>
              <a:cxnLst/>
              <a:rect r="r" b="b" t="t" l="l"/>
              <a:pathLst>
                <a:path h="4008788" w="4116855">
                  <a:moveTo>
                    <a:pt x="0" y="0"/>
                  </a:moveTo>
                  <a:lnTo>
                    <a:pt x="4116855" y="0"/>
                  </a:lnTo>
                  <a:lnTo>
                    <a:pt x="4116855" y="4008788"/>
                  </a:lnTo>
                  <a:lnTo>
                    <a:pt x="0" y="4008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8651599" y="6823800"/>
              <a:ext cx="9670730" cy="68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86"/>
                </a:lnSpc>
              </a:pPr>
              <a:r>
                <a:rPr lang="en-US" sz="30990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Stacks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165352" y="0"/>
            <a:ext cx="3741674" cy="10287000"/>
            <a:chOff x="0" y="0"/>
            <a:chExt cx="952296" cy="26181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00B3D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807875" y="0"/>
            <a:ext cx="3741674" cy="10287000"/>
            <a:chOff x="0" y="0"/>
            <a:chExt cx="952296" cy="26181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88DF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501" y="0"/>
            <a:ext cx="17042799" cy="10812811"/>
            <a:chOff x="0" y="0"/>
            <a:chExt cx="22723732" cy="1441708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723732" cy="13716000"/>
              <a:chOff x="0" y="0"/>
              <a:chExt cx="4337577" cy="26181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37577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337577">
                    <a:moveTo>
                      <a:pt x="11357" y="0"/>
                    </a:moveTo>
                    <a:lnTo>
                      <a:pt x="4326220" y="0"/>
                    </a:lnTo>
                    <a:cubicBezTo>
                      <a:pt x="4329232" y="0"/>
                      <a:pt x="4332121" y="1196"/>
                      <a:pt x="4334251" y="3326"/>
                    </a:cubicBezTo>
                    <a:cubicBezTo>
                      <a:pt x="4336380" y="5456"/>
                      <a:pt x="4337577" y="8345"/>
                      <a:pt x="4337577" y="11357"/>
                    </a:cubicBezTo>
                    <a:lnTo>
                      <a:pt x="4337577" y="2606796"/>
                    </a:lnTo>
                    <a:cubicBezTo>
                      <a:pt x="4337577" y="2609808"/>
                      <a:pt x="4336380" y="2612697"/>
                      <a:pt x="4334251" y="2614826"/>
                    </a:cubicBezTo>
                    <a:cubicBezTo>
                      <a:pt x="4332121" y="2616956"/>
                      <a:pt x="4329232" y="2618153"/>
                      <a:pt x="4326220" y="2618153"/>
                    </a:cubicBezTo>
                    <a:lnTo>
                      <a:pt x="11357" y="2618153"/>
                    </a:lnTo>
                    <a:cubicBezTo>
                      <a:pt x="5085" y="2618153"/>
                      <a:pt x="0" y="2613068"/>
                      <a:pt x="0" y="2606796"/>
                    </a:cubicBezTo>
                    <a:lnTo>
                      <a:pt x="0" y="11357"/>
                    </a:lnTo>
                    <a:cubicBezTo>
                      <a:pt x="0" y="8345"/>
                      <a:pt x="1196" y="5456"/>
                      <a:pt x="3326" y="3326"/>
                    </a:cubicBezTo>
                    <a:cubicBezTo>
                      <a:pt x="5456" y="1196"/>
                      <a:pt x="8345" y="0"/>
                      <a:pt x="11357" y="0"/>
                    </a:cubicBezTo>
                    <a:close/>
                  </a:path>
                </a:pathLst>
              </a:custGeom>
              <a:solidFill>
                <a:srgbClr val="07426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337577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463112">
              <a:off x="15949932" y="3092682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116885" y="7597918"/>
              <a:ext cx="11576246" cy="6819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81"/>
                </a:lnSpc>
              </a:pPr>
              <a:r>
                <a:rPr lang="en-US" sz="30629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Contexte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74426" y="0"/>
            <a:ext cx="16922047" cy="10287000"/>
            <a:chOff x="0" y="0"/>
            <a:chExt cx="22562730" cy="13716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562730" cy="13716000"/>
              <a:chOff x="0" y="0"/>
              <a:chExt cx="4306844" cy="261815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306844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306844">
                    <a:moveTo>
                      <a:pt x="11438" y="0"/>
                    </a:moveTo>
                    <a:lnTo>
                      <a:pt x="4295406" y="0"/>
                    </a:lnTo>
                    <a:cubicBezTo>
                      <a:pt x="4301723" y="0"/>
                      <a:pt x="4306844" y="5121"/>
                      <a:pt x="4306844" y="11438"/>
                    </a:cubicBezTo>
                    <a:lnTo>
                      <a:pt x="4306844" y="2606715"/>
                    </a:lnTo>
                    <a:cubicBezTo>
                      <a:pt x="4306844" y="2609749"/>
                      <a:pt x="4305639" y="2612658"/>
                      <a:pt x="4303494" y="2614803"/>
                    </a:cubicBezTo>
                    <a:cubicBezTo>
                      <a:pt x="4301349" y="2616948"/>
                      <a:pt x="4298440" y="2618153"/>
                      <a:pt x="4295406" y="2618153"/>
                    </a:cubicBezTo>
                    <a:lnTo>
                      <a:pt x="11438" y="2618153"/>
                    </a:lnTo>
                    <a:cubicBezTo>
                      <a:pt x="5121" y="2618153"/>
                      <a:pt x="0" y="2613032"/>
                      <a:pt x="0" y="2606715"/>
                    </a:cubicBezTo>
                    <a:lnTo>
                      <a:pt x="0" y="11438"/>
                    </a:lnTo>
                    <a:cubicBezTo>
                      <a:pt x="0" y="5121"/>
                      <a:pt x="5121" y="0"/>
                      <a:pt x="11438" y="0"/>
                    </a:cubicBezTo>
                    <a:close/>
                  </a:path>
                </a:pathLst>
              </a:custGeom>
              <a:solidFill>
                <a:srgbClr val="0075B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306844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6866252" y="4273550"/>
              <a:ext cx="4116855" cy="4008788"/>
            </a:xfrm>
            <a:custGeom>
              <a:avLst/>
              <a:gdLst/>
              <a:ahLst/>
              <a:cxnLst/>
              <a:rect r="r" b="b" t="t" l="l"/>
              <a:pathLst>
                <a:path h="4008788" w="4116855">
                  <a:moveTo>
                    <a:pt x="0" y="0"/>
                  </a:moveTo>
                  <a:lnTo>
                    <a:pt x="4116855" y="0"/>
                  </a:lnTo>
                  <a:lnTo>
                    <a:pt x="4116855" y="4008788"/>
                  </a:lnTo>
                  <a:lnTo>
                    <a:pt x="0" y="4008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8651599" y="6823800"/>
              <a:ext cx="9670730" cy="68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86"/>
                </a:lnSpc>
              </a:pPr>
              <a:r>
                <a:rPr lang="en-US" sz="30990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Stacks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165352" y="0"/>
            <a:ext cx="16773675" cy="10812811"/>
            <a:chOff x="0" y="0"/>
            <a:chExt cx="22364900" cy="1441708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2364900" cy="13716000"/>
              <a:chOff x="0" y="0"/>
              <a:chExt cx="4269082" cy="261815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69082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269082">
                    <a:moveTo>
                      <a:pt x="11539" y="0"/>
                    </a:moveTo>
                    <a:lnTo>
                      <a:pt x="4257543" y="0"/>
                    </a:lnTo>
                    <a:cubicBezTo>
                      <a:pt x="4263916" y="0"/>
                      <a:pt x="4269082" y="5166"/>
                      <a:pt x="4269082" y="11539"/>
                    </a:cubicBezTo>
                    <a:lnTo>
                      <a:pt x="4269082" y="2606614"/>
                    </a:lnTo>
                    <a:cubicBezTo>
                      <a:pt x="4269082" y="2609674"/>
                      <a:pt x="4267866" y="2612609"/>
                      <a:pt x="4265702" y="2614773"/>
                    </a:cubicBezTo>
                    <a:cubicBezTo>
                      <a:pt x="4263538" y="2616937"/>
                      <a:pt x="4260603" y="2618153"/>
                      <a:pt x="4257543" y="2618153"/>
                    </a:cubicBezTo>
                    <a:lnTo>
                      <a:pt x="11539" y="2618153"/>
                    </a:lnTo>
                    <a:cubicBezTo>
                      <a:pt x="5166" y="2618153"/>
                      <a:pt x="0" y="2612987"/>
                      <a:pt x="0" y="2606614"/>
                    </a:cubicBezTo>
                    <a:lnTo>
                      <a:pt x="0" y="11539"/>
                    </a:lnTo>
                    <a:cubicBezTo>
                      <a:pt x="0" y="5166"/>
                      <a:pt x="5166" y="0"/>
                      <a:pt x="11539" y="0"/>
                    </a:cubicBezTo>
                    <a:close/>
                  </a:path>
                </a:pathLst>
              </a:custGeom>
              <a:solidFill>
                <a:srgbClr val="00B3D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4269082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7355288" y="5545159"/>
              <a:ext cx="3326764" cy="3326764"/>
            </a:xfrm>
            <a:custGeom>
              <a:avLst/>
              <a:gdLst/>
              <a:ahLst/>
              <a:cxnLst/>
              <a:rect r="r" b="b" t="t" l="l"/>
              <a:pathLst>
                <a:path h="3326764" w="3326764">
                  <a:moveTo>
                    <a:pt x="0" y="0"/>
                  </a:moveTo>
                  <a:lnTo>
                    <a:pt x="3326764" y="0"/>
                  </a:lnTo>
                  <a:lnTo>
                    <a:pt x="3326764" y="3326764"/>
                  </a:lnTo>
                  <a:lnTo>
                    <a:pt x="0" y="3326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9053385" y="7316825"/>
              <a:ext cx="8301903" cy="71002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72"/>
                </a:lnSpc>
              </a:pPr>
              <a:r>
                <a:rPr lang="en-US" sz="31837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Demo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807875" y="0"/>
            <a:ext cx="3741674" cy="10287000"/>
            <a:chOff x="0" y="0"/>
            <a:chExt cx="952296" cy="26181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2296" cy="2618153"/>
            </a:xfrm>
            <a:custGeom>
              <a:avLst/>
              <a:gdLst/>
              <a:ahLst/>
              <a:cxnLst/>
              <a:rect r="r" b="b" t="t" l="l"/>
              <a:pathLst>
                <a:path h="2618153" w="952296">
                  <a:moveTo>
                    <a:pt x="51728" y="0"/>
                  </a:moveTo>
                  <a:lnTo>
                    <a:pt x="900569" y="0"/>
                  </a:lnTo>
                  <a:cubicBezTo>
                    <a:pt x="914288" y="0"/>
                    <a:pt x="927445" y="5450"/>
                    <a:pt x="937146" y="15151"/>
                  </a:cubicBezTo>
                  <a:cubicBezTo>
                    <a:pt x="946847" y="24851"/>
                    <a:pt x="952296" y="38009"/>
                    <a:pt x="952296" y="51728"/>
                  </a:cubicBezTo>
                  <a:lnTo>
                    <a:pt x="952296" y="2566425"/>
                  </a:lnTo>
                  <a:cubicBezTo>
                    <a:pt x="952296" y="2580144"/>
                    <a:pt x="946847" y="2593301"/>
                    <a:pt x="937146" y="2603002"/>
                  </a:cubicBezTo>
                  <a:cubicBezTo>
                    <a:pt x="927445" y="2612703"/>
                    <a:pt x="914288" y="2618153"/>
                    <a:pt x="900569" y="2618153"/>
                  </a:cubicBezTo>
                  <a:lnTo>
                    <a:pt x="51728" y="2618153"/>
                  </a:lnTo>
                  <a:cubicBezTo>
                    <a:pt x="38009" y="2618153"/>
                    <a:pt x="24851" y="2612703"/>
                    <a:pt x="15151" y="2603002"/>
                  </a:cubicBezTo>
                  <a:cubicBezTo>
                    <a:pt x="5450" y="2593301"/>
                    <a:pt x="0" y="2580144"/>
                    <a:pt x="0" y="2566425"/>
                  </a:cubicBezTo>
                  <a:lnTo>
                    <a:pt x="0" y="51728"/>
                  </a:lnTo>
                  <a:cubicBezTo>
                    <a:pt x="0" y="38009"/>
                    <a:pt x="5450" y="24851"/>
                    <a:pt x="15151" y="15151"/>
                  </a:cubicBezTo>
                  <a:cubicBezTo>
                    <a:pt x="24851" y="5450"/>
                    <a:pt x="38009" y="0"/>
                    <a:pt x="51728" y="0"/>
                  </a:cubicBezTo>
                  <a:close/>
                </a:path>
              </a:pathLst>
            </a:custGeom>
            <a:solidFill>
              <a:srgbClr val="88DF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52296" cy="267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501" y="0"/>
            <a:ext cx="17042799" cy="10812811"/>
            <a:chOff x="0" y="0"/>
            <a:chExt cx="22723732" cy="1441708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723732" cy="13716000"/>
              <a:chOff x="0" y="0"/>
              <a:chExt cx="4337577" cy="26181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37577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337577">
                    <a:moveTo>
                      <a:pt x="11357" y="0"/>
                    </a:moveTo>
                    <a:lnTo>
                      <a:pt x="4326220" y="0"/>
                    </a:lnTo>
                    <a:cubicBezTo>
                      <a:pt x="4329232" y="0"/>
                      <a:pt x="4332121" y="1196"/>
                      <a:pt x="4334251" y="3326"/>
                    </a:cubicBezTo>
                    <a:cubicBezTo>
                      <a:pt x="4336380" y="5456"/>
                      <a:pt x="4337577" y="8345"/>
                      <a:pt x="4337577" y="11357"/>
                    </a:cubicBezTo>
                    <a:lnTo>
                      <a:pt x="4337577" y="2606796"/>
                    </a:lnTo>
                    <a:cubicBezTo>
                      <a:pt x="4337577" y="2609808"/>
                      <a:pt x="4336380" y="2612697"/>
                      <a:pt x="4334251" y="2614826"/>
                    </a:cubicBezTo>
                    <a:cubicBezTo>
                      <a:pt x="4332121" y="2616956"/>
                      <a:pt x="4329232" y="2618153"/>
                      <a:pt x="4326220" y="2618153"/>
                    </a:cubicBezTo>
                    <a:lnTo>
                      <a:pt x="11357" y="2618153"/>
                    </a:lnTo>
                    <a:cubicBezTo>
                      <a:pt x="5085" y="2618153"/>
                      <a:pt x="0" y="2613068"/>
                      <a:pt x="0" y="2606796"/>
                    </a:cubicBezTo>
                    <a:lnTo>
                      <a:pt x="0" y="11357"/>
                    </a:lnTo>
                    <a:cubicBezTo>
                      <a:pt x="0" y="8345"/>
                      <a:pt x="1196" y="5456"/>
                      <a:pt x="3326" y="3326"/>
                    </a:cubicBezTo>
                    <a:cubicBezTo>
                      <a:pt x="5456" y="1196"/>
                      <a:pt x="8345" y="0"/>
                      <a:pt x="11357" y="0"/>
                    </a:cubicBezTo>
                    <a:close/>
                  </a:path>
                </a:pathLst>
              </a:custGeom>
              <a:solidFill>
                <a:srgbClr val="07426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337577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463112">
              <a:off x="15949932" y="3092682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116885" y="7597918"/>
              <a:ext cx="11576246" cy="6819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81"/>
                </a:lnSpc>
              </a:pPr>
              <a:r>
                <a:rPr lang="en-US" sz="30629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Contexte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74426" y="0"/>
            <a:ext cx="16922047" cy="10287000"/>
            <a:chOff x="0" y="0"/>
            <a:chExt cx="22562730" cy="13716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562730" cy="13716000"/>
              <a:chOff x="0" y="0"/>
              <a:chExt cx="4306844" cy="261815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306844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306844">
                    <a:moveTo>
                      <a:pt x="11438" y="0"/>
                    </a:moveTo>
                    <a:lnTo>
                      <a:pt x="4295406" y="0"/>
                    </a:lnTo>
                    <a:cubicBezTo>
                      <a:pt x="4301723" y="0"/>
                      <a:pt x="4306844" y="5121"/>
                      <a:pt x="4306844" y="11438"/>
                    </a:cubicBezTo>
                    <a:lnTo>
                      <a:pt x="4306844" y="2606715"/>
                    </a:lnTo>
                    <a:cubicBezTo>
                      <a:pt x="4306844" y="2609749"/>
                      <a:pt x="4305639" y="2612658"/>
                      <a:pt x="4303494" y="2614803"/>
                    </a:cubicBezTo>
                    <a:cubicBezTo>
                      <a:pt x="4301349" y="2616948"/>
                      <a:pt x="4298440" y="2618153"/>
                      <a:pt x="4295406" y="2618153"/>
                    </a:cubicBezTo>
                    <a:lnTo>
                      <a:pt x="11438" y="2618153"/>
                    </a:lnTo>
                    <a:cubicBezTo>
                      <a:pt x="5121" y="2618153"/>
                      <a:pt x="0" y="2613032"/>
                      <a:pt x="0" y="2606715"/>
                    </a:cubicBezTo>
                    <a:lnTo>
                      <a:pt x="0" y="11438"/>
                    </a:lnTo>
                    <a:cubicBezTo>
                      <a:pt x="0" y="5121"/>
                      <a:pt x="5121" y="0"/>
                      <a:pt x="11438" y="0"/>
                    </a:cubicBezTo>
                    <a:close/>
                  </a:path>
                </a:pathLst>
              </a:custGeom>
              <a:solidFill>
                <a:srgbClr val="0075B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306844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6866252" y="4273550"/>
              <a:ext cx="4116855" cy="4008788"/>
            </a:xfrm>
            <a:custGeom>
              <a:avLst/>
              <a:gdLst/>
              <a:ahLst/>
              <a:cxnLst/>
              <a:rect r="r" b="b" t="t" l="l"/>
              <a:pathLst>
                <a:path h="4008788" w="4116855">
                  <a:moveTo>
                    <a:pt x="0" y="0"/>
                  </a:moveTo>
                  <a:lnTo>
                    <a:pt x="4116855" y="0"/>
                  </a:lnTo>
                  <a:lnTo>
                    <a:pt x="4116855" y="4008788"/>
                  </a:lnTo>
                  <a:lnTo>
                    <a:pt x="0" y="4008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8651599" y="6823800"/>
              <a:ext cx="9670730" cy="68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86"/>
                </a:lnSpc>
              </a:pPr>
              <a:r>
                <a:rPr lang="en-US" sz="30990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Stacks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165352" y="0"/>
            <a:ext cx="16773675" cy="10812811"/>
            <a:chOff x="0" y="0"/>
            <a:chExt cx="22364900" cy="1441708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2364900" cy="13716000"/>
              <a:chOff x="0" y="0"/>
              <a:chExt cx="4269082" cy="261815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69082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269082">
                    <a:moveTo>
                      <a:pt x="11539" y="0"/>
                    </a:moveTo>
                    <a:lnTo>
                      <a:pt x="4257543" y="0"/>
                    </a:lnTo>
                    <a:cubicBezTo>
                      <a:pt x="4263916" y="0"/>
                      <a:pt x="4269082" y="5166"/>
                      <a:pt x="4269082" y="11539"/>
                    </a:cubicBezTo>
                    <a:lnTo>
                      <a:pt x="4269082" y="2606614"/>
                    </a:lnTo>
                    <a:cubicBezTo>
                      <a:pt x="4269082" y="2609674"/>
                      <a:pt x="4267866" y="2612609"/>
                      <a:pt x="4265702" y="2614773"/>
                    </a:cubicBezTo>
                    <a:cubicBezTo>
                      <a:pt x="4263538" y="2616937"/>
                      <a:pt x="4260603" y="2618153"/>
                      <a:pt x="4257543" y="2618153"/>
                    </a:cubicBezTo>
                    <a:lnTo>
                      <a:pt x="11539" y="2618153"/>
                    </a:lnTo>
                    <a:cubicBezTo>
                      <a:pt x="5166" y="2618153"/>
                      <a:pt x="0" y="2612987"/>
                      <a:pt x="0" y="2606614"/>
                    </a:cubicBezTo>
                    <a:lnTo>
                      <a:pt x="0" y="11539"/>
                    </a:lnTo>
                    <a:cubicBezTo>
                      <a:pt x="0" y="5166"/>
                      <a:pt x="5166" y="0"/>
                      <a:pt x="11539" y="0"/>
                    </a:cubicBezTo>
                    <a:close/>
                  </a:path>
                </a:pathLst>
              </a:custGeom>
              <a:solidFill>
                <a:srgbClr val="00B3D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4269082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7355288" y="5545159"/>
              <a:ext cx="3326764" cy="3326764"/>
            </a:xfrm>
            <a:custGeom>
              <a:avLst/>
              <a:gdLst/>
              <a:ahLst/>
              <a:cxnLst/>
              <a:rect r="r" b="b" t="t" l="l"/>
              <a:pathLst>
                <a:path h="3326764" w="3326764">
                  <a:moveTo>
                    <a:pt x="0" y="0"/>
                  </a:moveTo>
                  <a:lnTo>
                    <a:pt x="3326764" y="0"/>
                  </a:lnTo>
                  <a:lnTo>
                    <a:pt x="3326764" y="3326764"/>
                  </a:lnTo>
                  <a:lnTo>
                    <a:pt x="0" y="3326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9053385" y="7316825"/>
              <a:ext cx="8301903" cy="71002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72"/>
                </a:lnSpc>
              </a:pPr>
              <a:r>
                <a:rPr lang="en-US" sz="31837">
                  <a:solidFill>
                    <a:srgbClr val="FFFFFF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Demo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807875" y="0"/>
            <a:ext cx="16476931" cy="10852539"/>
            <a:chOff x="0" y="0"/>
            <a:chExt cx="21969242" cy="1447005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1969242" cy="13716000"/>
              <a:chOff x="0" y="0"/>
              <a:chExt cx="4193557" cy="261815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193557" cy="2618153"/>
              </a:xfrm>
              <a:custGeom>
                <a:avLst/>
                <a:gdLst/>
                <a:ahLst/>
                <a:cxnLst/>
                <a:rect r="r" b="b" t="t" l="l"/>
                <a:pathLst>
                  <a:path h="2618153" w="4193557">
                    <a:moveTo>
                      <a:pt x="11747" y="0"/>
                    </a:moveTo>
                    <a:lnTo>
                      <a:pt x="4181811" y="0"/>
                    </a:lnTo>
                    <a:cubicBezTo>
                      <a:pt x="4188298" y="0"/>
                      <a:pt x="4193557" y="5259"/>
                      <a:pt x="4193557" y="11747"/>
                    </a:cubicBezTo>
                    <a:lnTo>
                      <a:pt x="4193557" y="2606406"/>
                    </a:lnTo>
                    <a:cubicBezTo>
                      <a:pt x="4193557" y="2609522"/>
                      <a:pt x="4192320" y="2612509"/>
                      <a:pt x="4190117" y="2614712"/>
                    </a:cubicBezTo>
                    <a:cubicBezTo>
                      <a:pt x="4187914" y="2616915"/>
                      <a:pt x="4184926" y="2618153"/>
                      <a:pt x="4181811" y="2618153"/>
                    </a:cubicBezTo>
                    <a:lnTo>
                      <a:pt x="11747" y="2618153"/>
                    </a:lnTo>
                    <a:cubicBezTo>
                      <a:pt x="5259" y="2618153"/>
                      <a:pt x="0" y="2612894"/>
                      <a:pt x="0" y="2606406"/>
                    </a:cubicBezTo>
                    <a:lnTo>
                      <a:pt x="0" y="11747"/>
                    </a:lnTo>
                    <a:cubicBezTo>
                      <a:pt x="0" y="5259"/>
                      <a:pt x="5259" y="0"/>
                      <a:pt x="11747" y="0"/>
                    </a:cubicBezTo>
                    <a:close/>
                  </a:path>
                </a:pathLst>
              </a:custGeom>
              <a:solidFill>
                <a:srgbClr val="88DF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4193557" cy="2675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17069681" y="5874500"/>
              <a:ext cx="3191751" cy="3396985"/>
            </a:xfrm>
            <a:custGeom>
              <a:avLst/>
              <a:gdLst/>
              <a:ahLst/>
              <a:cxnLst/>
              <a:rect r="r" b="b" t="t" l="l"/>
              <a:pathLst>
                <a:path h="3396985" w="3191751">
                  <a:moveTo>
                    <a:pt x="0" y="0"/>
                  </a:moveTo>
                  <a:lnTo>
                    <a:pt x="3191751" y="0"/>
                  </a:lnTo>
                  <a:lnTo>
                    <a:pt x="3191751" y="3396985"/>
                  </a:lnTo>
                  <a:lnTo>
                    <a:pt x="0" y="3396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7097537" y="7965797"/>
              <a:ext cx="11031544" cy="6504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978"/>
                </a:lnSpc>
              </a:pPr>
              <a:r>
                <a:rPr lang="en-US" sz="29270">
                  <a:solidFill>
                    <a:srgbClr val="FEFEFE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Décision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16831">
            <a:off x="11751277" y="1762432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16831">
            <a:off x="-618937" y="6492376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905534">
            <a:off x="-8531608" y="-6550797"/>
            <a:ext cx="14276374" cy="14115765"/>
          </a:xfrm>
          <a:custGeom>
            <a:avLst/>
            <a:gdLst/>
            <a:ahLst/>
            <a:cxnLst/>
            <a:rect r="r" b="b" t="t" l="l"/>
            <a:pathLst>
              <a:path h="14115765" w="14276374">
                <a:moveTo>
                  <a:pt x="0" y="0"/>
                </a:moveTo>
                <a:lnTo>
                  <a:pt x="14276374" y="0"/>
                </a:lnTo>
                <a:lnTo>
                  <a:pt x="14276374" y="14115765"/>
                </a:lnTo>
                <a:lnTo>
                  <a:pt x="0" y="1411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347998">
            <a:off x="-175213" y="5519743"/>
            <a:ext cx="15923027" cy="349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5"/>
              </a:lnSpc>
            </a:pPr>
            <a:r>
              <a:rPr lang="en-US" sz="3802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Contexte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865" y="383261"/>
            <a:ext cx="1658094" cy="78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9"/>
              </a:lnSpc>
            </a:pPr>
            <a:r>
              <a:rPr lang="en-US" sz="4342" b="true">
                <a:solidFill>
                  <a:srgbClr val="07426D"/>
                </a:solidFill>
                <a:latin typeface="Poppins Bold"/>
                <a:ea typeface="Poppins Bold"/>
                <a:cs typeface="Poppins Bold"/>
                <a:sym typeface="Poppins Bold"/>
              </a:rPr>
              <a:t>Part 1.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463112">
            <a:off x="13069181" y="3829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7930" y="4713355"/>
            <a:ext cx="2856925" cy="3059625"/>
          </a:xfrm>
          <a:custGeom>
            <a:avLst/>
            <a:gdLst/>
            <a:ahLst/>
            <a:cxnLst/>
            <a:rect r="r" b="b" t="t" l="l"/>
            <a:pathLst>
              <a:path h="3059625" w="2856925">
                <a:moveTo>
                  <a:pt x="0" y="0"/>
                </a:moveTo>
                <a:lnTo>
                  <a:pt x="2856925" y="0"/>
                </a:lnTo>
                <a:lnTo>
                  <a:pt x="2856925" y="3059625"/>
                </a:lnTo>
                <a:lnTo>
                  <a:pt x="0" y="3059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Contexte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1682" y="3228755"/>
            <a:ext cx="5351413" cy="92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5"/>
              </a:lnSpc>
            </a:pPr>
            <a:r>
              <a:rPr lang="en-US" sz="5182" b="true">
                <a:solidFill>
                  <a:srgbClr val="07426D"/>
                </a:solidFill>
                <a:latin typeface="Poppins Bold"/>
                <a:ea typeface="Poppins Bold"/>
                <a:cs typeface="Poppins Bold"/>
                <a:sym typeface="Poppins Bold"/>
              </a:rPr>
              <a:t>Type de donnée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54768" y="3228755"/>
            <a:ext cx="2962275" cy="92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5"/>
              </a:lnSpc>
            </a:pPr>
            <a:r>
              <a:rPr lang="en-US" sz="5182" b="true">
                <a:solidFill>
                  <a:srgbClr val="07426D"/>
                </a:solidFill>
                <a:latin typeface="Poppins Bold"/>
                <a:ea typeface="Poppins Bold"/>
                <a:cs typeface="Poppins Bold"/>
                <a:sym typeface="Poppins Bold"/>
              </a:rPr>
              <a:t>Données</a:t>
            </a:r>
          </a:p>
        </p:txBody>
      </p:sp>
    </p:spTree>
  </p:cSld>
  <p:clrMapOvr>
    <a:masterClrMapping/>
  </p:clrMapOvr>
  <p:transition spd="med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0045" y="2719894"/>
            <a:ext cx="14655668" cy="5715710"/>
          </a:xfrm>
          <a:custGeom>
            <a:avLst/>
            <a:gdLst/>
            <a:ahLst/>
            <a:cxnLst/>
            <a:rect r="r" b="b" t="t" l="l"/>
            <a:pathLst>
              <a:path h="5715710" w="14655668">
                <a:moveTo>
                  <a:pt x="0" y="0"/>
                </a:moveTo>
                <a:lnTo>
                  <a:pt x="14655668" y="0"/>
                </a:lnTo>
                <a:lnTo>
                  <a:pt x="14655668" y="5715711"/>
                </a:lnTo>
                <a:lnTo>
                  <a:pt x="0" y="5715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4171" y="8302255"/>
            <a:ext cx="983159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ETL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99618" y="1382928"/>
            <a:ext cx="3286696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6299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Data warehouse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0652" y="8692780"/>
            <a:ext cx="3286696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6299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Vue Analytics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70261" y="1983003"/>
            <a:ext cx="3286696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6299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Power BI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79017" y="8692780"/>
            <a:ext cx="3286696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6299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Decision</a:t>
            </a:r>
          </a:p>
        </p:txBody>
      </p:sp>
    </p:spTree>
  </p:cSld>
  <p:clrMapOvr>
    <a:masterClrMapping/>
  </p:clrMapOvr>
  <p:transition spd="med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16831">
            <a:off x="11751277" y="1762432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16831">
            <a:off x="-618937" y="6492376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905534">
            <a:off x="-8531608" y="-6550797"/>
            <a:ext cx="14276374" cy="14115765"/>
          </a:xfrm>
          <a:custGeom>
            <a:avLst/>
            <a:gdLst/>
            <a:ahLst/>
            <a:cxnLst/>
            <a:rect r="r" b="b" t="t" l="l"/>
            <a:pathLst>
              <a:path h="14115765" w="14276374">
                <a:moveTo>
                  <a:pt x="0" y="0"/>
                </a:moveTo>
                <a:lnTo>
                  <a:pt x="14276374" y="0"/>
                </a:lnTo>
                <a:lnTo>
                  <a:pt x="14276374" y="14115765"/>
                </a:lnTo>
                <a:lnTo>
                  <a:pt x="0" y="1411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347998">
            <a:off x="742723" y="4634277"/>
            <a:ext cx="15923027" cy="349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5"/>
              </a:lnSpc>
            </a:pPr>
            <a:r>
              <a:rPr lang="en-US" sz="3802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1064" y="383261"/>
            <a:ext cx="1765697" cy="78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9"/>
              </a:lnSpc>
            </a:pPr>
            <a:r>
              <a:rPr lang="en-US" sz="4342" b="true">
                <a:solidFill>
                  <a:srgbClr val="07426D"/>
                </a:solidFill>
                <a:latin typeface="Poppins Bold"/>
                <a:ea typeface="Poppins Bold"/>
                <a:cs typeface="Poppins Bold"/>
                <a:sym typeface="Poppins Bold"/>
              </a:rPr>
              <a:t>Part 2.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838685" y="2136909"/>
            <a:ext cx="3087642" cy="3006591"/>
          </a:xfrm>
          <a:custGeom>
            <a:avLst/>
            <a:gdLst/>
            <a:ahLst/>
            <a:cxnLst/>
            <a:rect r="r" b="b" t="t" l="l"/>
            <a:pathLst>
              <a:path h="3006591" w="3087642">
                <a:moveTo>
                  <a:pt x="0" y="0"/>
                </a:moveTo>
                <a:lnTo>
                  <a:pt x="3087642" y="0"/>
                </a:lnTo>
                <a:lnTo>
                  <a:pt x="3087642" y="3006591"/>
                </a:lnTo>
                <a:lnTo>
                  <a:pt x="0" y="3006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5669" y="3778058"/>
            <a:ext cx="2059213" cy="2621401"/>
          </a:xfrm>
          <a:custGeom>
            <a:avLst/>
            <a:gdLst/>
            <a:ahLst/>
            <a:cxnLst/>
            <a:rect r="r" b="b" t="t" l="l"/>
            <a:pathLst>
              <a:path h="2621401" w="2059213">
                <a:moveTo>
                  <a:pt x="0" y="0"/>
                </a:moveTo>
                <a:lnTo>
                  <a:pt x="2059213" y="0"/>
                </a:lnTo>
                <a:lnTo>
                  <a:pt x="2059213" y="2621401"/>
                </a:lnTo>
                <a:lnTo>
                  <a:pt x="0" y="2621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834" t="-25091" r="-46834" b="-258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0675" y="3844215"/>
            <a:ext cx="2571789" cy="2646130"/>
          </a:xfrm>
          <a:custGeom>
            <a:avLst/>
            <a:gdLst/>
            <a:ahLst/>
            <a:cxnLst/>
            <a:rect r="r" b="b" t="t" l="l"/>
            <a:pathLst>
              <a:path h="2646130" w="2571789">
                <a:moveTo>
                  <a:pt x="0" y="0"/>
                </a:moveTo>
                <a:lnTo>
                  <a:pt x="2571789" y="0"/>
                </a:lnTo>
                <a:lnTo>
                  <a:pt x="2571789" y="2646130"/>
                </a:lnTo>
                <a:lnTo>
                  <a:pt x="0" y="264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15642" y="3811137"/>
            <a:ext cx="2646130" cy="2646130"/>
          </a:xfrm>
          <a:custGeom>
            <a:avLst/>
            <a:gdLst/>
            <a:ahLst/>
            <a:cxnLst/>
            <a:rect r="r" b="b" t="t" l="l"/>
            <a:pathLst>
              <a:path h="2646130" w="2646130">
                <a:moveTo>
                  <a:pt x="0" y="0"/>
                </a:moveTo>
                <a:lnTo>
                  <a:pt x="2646130" y="0"/>
                </a:lnTo>
                <a:lnTo>
                  <a:pt x="2646130" y="2646129"/>
                </a:lnTo>
                <a:lnTo>
                  <a:pt x="0" y="2646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04950" y="3720251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Stack</a:t>
            </a:r>
          </a:p>
        </p:txBody>
      </p:sp>
    </p:spTree>
  </p:cSld>
  <p:clrMapOvr>
    <a:masterClrMapping/>
  </p:clrMapOvr>
  <p:transition spd="med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57211"/>
            <a:ext cx="16060796" cy="9029789"/>
          </a:xfrm>
          <a:custGeom>
            <a:avLst/>
            <a:gdLst/>
            <a:ahLst/>
            <a:cxnLst/>
            <a:rect r="r" b="b" t="t" l="l"/>
            <a:pathLst>
              <a:path h="9029789" w="16060796">
                <a:moveTo>
                  <a:pt x="0" y="0"/>
                </a:moveTo>
                <a:lnTo>
                  <a:pt x="16060796" y="0"/>
                </a:lnTo>
                <a:lnTo>
                  <a:pt x="16060796" y="9029789"/>
                </a:lnTo>
                <a:lnTo>
                  <a:pt x="0" y="9029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Dataset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610186">
            <a:off x="16372361" y="7935235"/>
            <a:ext cx="2571789" cy="2646130"/>
          </a:xfrm>
          <a:custGeom>
            <a:avLst/>
            <a:gdLst/>
            <a:ahLst/>
            <a:cxnLst/>
            <a:rect r="r" b="b" t="t" l="l"/>
            <a:pathLst>
              <a:path h="2646130" w="2571789">
                <a:moveTo>
                  <a:pt x="0" y="0"/>
                </a:moveTo>
                <a:lnTo>
                  <a:pt x="2571789" y="0"/>
                </a:lnTo>
                <a:lnTo>
                  <a:pt x="2571789" y="2646130"/>
                </a:lnTo>
                <a:lnTo>
                  <a:pt x="0" y="2646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1612">
            <a:off x="4625979" y="7641542"/>
            <a:ext cx="2646130" cy="2646130"/>
          </a:xfrm>
          <a:custGeom>
            <a:avLst/>
            <a:gdLst/>
            <a:ahLst/>
            <a:cxnLst/>
            <a:rect r="r" b="b" t="t" l="l"/>
            <a:pathLst>
              <a:path h="2646130" w="2646130">
                <a:moveTo>
                  <a:pt x="0" y="0"/>
                </a:moveTo>
                <a:lnTo>
                  <a:pt x="2646130" y="0"/>
                </a:lnTo>
                <a:lnTo>
                  <a:pt x="2646130" y="2646129"/>
                </a:lnTo>
                <a:lnTo>
                  <a:pt x="0" y="264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2108" y="4740149"/>
            <a:ext cx="5161392" cy="5195728"/>
            <a:chOff x="0" y="0"/>
            <a:chExt cx="6881856" cy="692763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63390" y="76200"/>
              <a:ext cx="6818466" cy="6851438"/>
              <a:chOff x="0" y="0"/>
              <a:chExt cx="1346858" cy="135337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46858" cy="1353370"/>
              </a:xfrm>
              <a:custGeom>
                <a:avLst/>
                <a:gdLst/>
                <a:ahLst/>
                <a:cxnLst/>
                <a:rect r="r" b="b" t="t" l="l"/>
                <a:pathLst>
                  <a:path h="1353370" w="1346858">
                    <a:moveTo>
                      <a:pt x="81751" y="0"/>
                    </a:moveTo>
                    <a:lnTo>
                      <a:pt x="1265106" y="0"/>
                    </a:lnTo>
                    <a:cubicBezTo>
                      <a:pt x="1310256" y="0"/>
                      <a:pt x="1346858" y="36601"/>
                      <a:pt x="1346858" y="81751"/>
                    </a:cubicBezTo>
                    <a:lnTo>
                      <a:pt x="1346858" y="1271619"/>
                    </a:lnTo>
                    <a:cubicBezTo>
                      <a:pt x="1346858" y="1316769"/>
                      <a:pt x="1310256" y="1353370"/>
                      <a:pt x="1265106" y="1353370"/>
                    </a:cubicBezTo>
                    <a:lnTo>
                      <a:pt x="81751" y="1353370"/>
                    </a:lnTo>
                    <a:cubicBezTo>
                      <a:pt x="60069" y="1353370"/>
                      <a:pt x="39276" y="1344757"/>
                      <a:pt x="23944" y="1329426"/>
                    </a:cubicBezTo>
                    <a:cubicBezTo>
                      <a:pt x="8613" y="1314095"/>
                      <a:pt x="0" y="1293301"/>
                      <a:pt x="0" y="1271619"/>
                    </a:cubicBezTo>
                    <a:lnTo>
                      <a:pt x="0" y="81751"/>
                    </a:lnTo>
                    <a:cubicBezTo>
                      <a:pt x="0" y="60069"/>
                      <a:pt x="8613" y="39276"/>
                      <a:pt x="23944" y="23944"/>
                    </a:cubicBezTo>
                    <a:cubicBezTo>
                      <a:pt x="39276" y="8613"/>
                      <a:pt x="60069" y="0"/>
                      <a:pt x="81751" y="0"/>
                    </a:cubicBezTo>
                    <a:close/>
                  </a:path>
                </a:pathLst>
              </a:custGeom>
              <a:solidFill>
                <a:srgbClr val="07426D">
                  <a:alpha val="46667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1346858" cy="14105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6778" cy="1409318"/>
            </a:xfrm>
            <a:custGeom>
              <a:avLst/>
              <a:gdLst/>
              <a:ahLst/>
              <a:cxnLst/>
              <a:rect r="r" b="b" t="t" l="l"/>
              <a:pathLst>
                <a:path h="1409318" w="1406778">
                  <a:moveTo>
                    <a:pt x="0" y="0"/>
                  </a:moveTo>
                  <a:lnTo>
                    <a:pt x="1406778" y="0"/>
                  </a:lnTo>
                  <a:lnTo>
                    <a:pt x="1406778" y="1409318"/>
                  </a:lnTo>
                  <a:lnTo>
                    <a:pt x="0" y="1409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708240" y="4768724"/>
            <a:ext cx="5161392" cy="5195728"/>
            <a:chOff x="0" y="0"/>
            <a:chExt cx="6881856" cy="692763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63390" y="76200"/>
              <a:ext cx="6818466" cy="6851438"/>
              <a:chOff x="0" y="0"/>
              <a:chExt cx="1346858" cy="135337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46858" cy="1353370"/>
              </a:xfrm>
              <a:custGeom>
                <a:avLst/>
                <a:gdLst/>
                <a:ahLst/>
                <a:cxnLst/>
                <a:rect r="r" b="b" t="t" l="l"/>
                <a:pathLst>
                  <a:path h="1353370" w="1346858">
                    <a:moveTo>
                      <a:pt x="81751" y="0"/>
                    </a:moveTo>
                    <a:lnTo>
                      <a:pt x="1265106" y="0"/>
                    </a:lnTo>
                    <a:cubicBezTo>
                      <a:pt x="1310256" y="0"/>
                      <a:pt x="1346858" y="36601"/>
                      <a:pt x="1346858" y="81751"/>
                    </a:cubicBezTo>
                    <a:lnTo>
                      <a:pt x="1346858" y="1271619"/>
                    </a:lnTo>
                    <a:cubicBezTo>
                      <a:pt x="1346858" y="1316769"/>
                      <a:pt x="1310256" y="1353370"/>
                      <a:pt x="1265106" y="1353370"/>
                    </a:cubicBezTo>
                    <a:lnTo>
                      <a:pt x="81751" y="1353370"/>
                    </a:lnTo>
                    <a:cubicBezTo>
                      <a:pt x="60069" y="1353370"/>
                      <a:pt x="39276" y="1344757"/>
                      <a:pt x="23944" y="1329426"/>
                    </a:cubicBezTo>
                    <a:cubicBezTo>
                      <a:pt x="8613" y="1314095"/>
                      <a:pt x="0" y="1293301"/>
                      <a:pt x="0" y="1271619"/>
                    </a:cubicBezTo>
                    <a:lnTo>
                      <a:pt x="0" y="81751"/>
                    </a:lnTo>
                    <a:cubicBezTo>
                      <a:pt x="0" y="60069"/>
                      <a:pt x="8613" y="39276"/>
                      <a:pt x="23944" y="23944"/>
                    </a:cubicBezTo>
                    <a:cubicBezTo>
                      <a:pt x="39276" y="8613"/>
                      <a:pt x="60069" y="0"/>
                      <a:pt x="81751" y="0"/>
                    </a:cubicBezTo>
                    <a:close/>
                  </a:path>
                </a:pathLst>
              </a:custGeom>
              <a:solidFill>
                <a:srgbClr val="07426D">
                  <a:alpha val="46667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346858" cy="14105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6778" cy="1409318"/>
            </a:xfrm>
            <a:custGeom>
              <a:avLst/>
              <a:gdLst/>
              <a:ahLst/>
              <a:cxnLst/>
              <a:rect r="r" b="b" t="t" l="l"/>
              <a:pathLst>
                <a:path h="1409318" w="1406778">
                  <a:moveTo>
                    <a:pt x="0" y="0"/>
                  </a:moveTo>
                  <a:lnTo>
                    <a:pt x="1406778" y="0"/>
                  </a:lnTo>
                  <a:lnTo>
                    <a:pt x="1406778" y="1409318"/>
                  </a:lnTo>
                  <a:lnTo>
                    <a:pt x="0" y="1409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934371" y="4754436"/>
            <a:ext cx="5161392" cy="5195728"/>
            <a:chOff x="0" y="0"/>
            <a:chExt cx="6881856" cy="692763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63390" y="76200"/>
              <a:ext cx="6818466" cy="6851438"/>
              <a:chOff x="0" y="0"/>
              <a:chExt cx="1346858" cy="135337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46858" cy="1353370"/>
              </a:xfrm>
              <a:custGeom>
                <a:avLst/>
                <a:gdLst/>
                <a:ahLst/>
                <a:cxnLst/>
                <a:rect r="r" b="b" t="t" l="l"/>
                <a:pathLst>
                  <a:path h="1353370" w="1346858">
                    <a:moveTo>
                      <a:pt x="81751" y="0"/>
                    </a:moveTo>
                    <a:lnTo>
                      <a:pt x="1265106" y="0"/>
                    </a:lnTo>
                    <a:cubicBezTo>
                      <a:pt x="1310256" y="0"/>
                      <a:pt x="1346858" y="36601"/>
                      <a:pt x="1346858" y="81751"/>
                    </a:cubicBezTo>
                    <a:lnTo>
                      <a:pt x="1346858" y="1271619"/>
                    </a:lnTo>
                    <a:cubicBezTo>
                      <a:pt x="1346858" y="1316769"/>
                      <a:pt x="1310256" y="1353370"/>
                      <a:pt x="1265106" y="1353370"/>
                    </a:cubicBezTo>
                    <a:lnTo>
                      <a:pt x="81751" y="1353370"/>
                    </a:lnTo>
                    <a:cubicBezTo>
                      <a:pt x="60069" y="1353370"/>
                      <a:pt x="39276" y="1344757"/>
                      <a:pt x="23944" y="1329426"/>
                    </a:cubicBezTo>
                    <a:cubicBezTo>
                      <a:pt x="8613" y="1314095"/>
                      <a:pt x="0" y="1293301"/>
                      <a:pt x="0" y="1271619"/>
                    </a:cubicBezTo>
                    <a:lnTo>
                      <a:pt x="0" y="81751"/>
                    </a:lnTo>
                    <a:cubicBezTo>
                      <a:pt x="0" y="60069"/>
                      <a:pt x="8613" y="39276"/>
                      <a:pt x="23944" y="23944"/>
                    </a:cubicBezTo>
                    <a:cubicBezTo>
                      <a:pt x="39276" y="8613"/>
                      <a:pt x="60069" y="0"/>
                      <a:pt x="81751" y="0"/>
                    </a:cubicBezTo>
                    <a:close/>
                  </a:path>
                </a:pathLst>
              </a:custGeom>
              <a:solidFill>
                <a:srgbClr val="07426D">
                  <a:alpha val="46667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1346858" cy="14105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6778" cy="1409318"/>
            </a:xfrm>
            <a:custGeom>
              <a:avLst/>
              <a:gdLst/>
              <a:ahLst/>
              <a:cxnLst/>
              <a:rect r="r" b="b" t="t" l="l"/>
              <a:pathLst>
                <a:path h="1409318" w="1406778">
                  <a:moveTo>
                    <a:pt x="0" y="0"/>
                  </a:moveTo>
                  <a:lnTo>
                    <a:pt x="1406778" y="0"/>
                  </a:lnTo>
                  <a:lnTo>
                    <a:pt x="1406778" y="1409318"/>
                  </a:lnTo>
                  <a:lnTo>
                    <a:pt x="0" y="1409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Stack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1780736"/>
            <a:ext cx="2283798" cy="2803820"/>
            <a:chOff x="0" y="0"/>
            <a:chExt cx="3045064" cy="373842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419100"/>
              <a:ext cx="1441480" cy="415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72"/>
                </a:lnSpc>
              </a:pPr>
              <a:r>
                <a:rPr lang="en-US" sz="18694">
                  <a:solidFill>
                    <a:srgbClr val="07426D"/>
                  </a:solidFill>
                  <a:latin typeface="Insaniburger with Cheese"/>
                  <a:ea typeface="Insaniburger with Cheese"/>
                  <a:cs typeface="Insaniburger with Cheese"/>
                  <a:sym typeface="Insaniburger with Cheese"/>
                </a:rPr>
                <a:t>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41480" y="1977535"/>
              <a:ext cx="1603585" cy="1381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1"/>
                </a:lnSpc>
                <a:spcBef>
                  <a:spcPct val="0"/>
                </a:spcBef>
              </a:pPr>
              <a:r>
                <a:rPr lang="en-US" sz="6194">
                  <a:solidFill>
                    <a:srgbClr val="07426D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xtract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8266" y="1780736"/>
            <a:ext cx="2863495" cy="2803820"/>
            <a:chOff x="0" y="0"/>
            <a:chExt cx="3817993" cy="3738426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419100"/>
              <a:ext cx="1837180" cy="415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72"/>
                </a:lnSpc>
              </a:pPr>
              <a:r>
                <a:rPr lang="en-US" sz="18694">
                  <a:solidFill>
                    <a:srgbClr val="07426D"/>
                  </a:solidFill>
                  <a:latin typeface="Insaniburger with Cheese"/>
                  <a:ea typeface="Insaniburger with Cheese"/>
                  <a:cs typeface="Insaniburger with Cheese"/>
                  <a:sym typeface="Insaniburger with Cheese"/>
                </a:rPr>
                <a:t>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475034" y="1977535"/>
              <a:ext cx="2342960" cy="1381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1"/>
                </a:lnSpc>
                <a:spcBef>
                  <a:spcPct val="0"/>
                </a:spcBef>
              </a:pPr>
              <a:r>
                <a:rPr lang="en-US" sz="6194">
                  <a:solidFill>
                    <a:srgbClr val="07426D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ransform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927529" y="1780736"/>
            <a:ext cx="1802068" cy="2803820"/>
            <a:chOff x="0" y="0"/>
            <a:chExt cx="2402758" cy="373842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419100"/>
              <a:ext cx="1437947" cy="415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72"/>
                </a:lnSpc>
              </a:pPr>
              <a:r>
                <a:rPr lang="en-US" sz="18694">
                  <a:solidFill>
                    <a:srgbClr val="07426D"/>
                  </a:solidFill>
                  <a:latin typeface="Insaniburger with Cheese"/>
                  <a:ea typeface="Insaniburger with Cheese"/>
                  <a:cs typeface="Insaniburger with Cheese"/>
                  <a:sym typeface="Insaniburger with Cheese"/>
                </a:rPr>
                <a:t>L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425247" y="1967278"/>
              <a:ext cx="977511" cy="1381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1"/>
                </a:lnSpc>
                <a:spcBef>
                  <a:spcPct val="0"/>
                </a:spcBef>
              </a:pPr>
              <a:r>
                <a:rPr lang="en-US" sz="6194">
                  <a:solidFill>
                    <a:srgbClr val="07426D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oad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95550" y="5957178"/>
            <a:ext cx="4534508" cy="163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  <a:spcBef>
                <a:spcPct val="0"/>
              </a:spcBef>
            </a:pPr>
            <a:r>
              <a:rPr lang="en-US" b="true" sz="4671">
                <a:solidFill>
                  <a:srgbClr val="FEFEFE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Lecture du CSV (8000 lignes)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21682" y="5631117"/>
            <a:ext cx="4534508" cy="412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  <a:spcBef>
                <a:spcPct val="0"/>
              </a:spcBef>
            </a:pPr>
            <a:r>
              <a:rPr lang="en-US" b="true" sz="4671">
                <a:solidFill>
                  <a:srgbClr val="FEFEFE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N</a:t>
            </a:r>
            <a:r>
              <a:rPr lang="en-US" b="true" sz="4671">
                <a:solidFill>
                  <a:srgbClr val="FEFEFE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ettoyage &amp; enrichissement (7981 lignes après validation)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06261" y="5673320"/>
            <a:ext cx="5417612" cy="329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8636" indent="-504318" lvl="1">
              <a:lnSpc>
                <a:spcPts val="65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671">
                <a:solidFill>
                  <a:srgbClr val="FEFEFE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Créa</a:t>
            </a:r>
            <a:r>
              <a:rPr lang="en-US" b="true" sz="4671">
                <a:solidFill>
                  <a:srgbClr val="FEFEFE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tion des schémas &amp; tables</a:t>
            </a:r>
          </a:p>
          <a:p>
            <a:pPr algn="l" marL="1008636" indent="-504318" lvl="1">
              <a:lnSpc>
                <a:spcPts val="65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671">
                <a:solidFill>
                  <a:srgbClr val="FEFEFE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Création vues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4830" y="0"/>
            <a:ext cx="9578340" cy="10287000"/>
          </a:xfrm>
          <a:custGeom>
            <a:avLst/>
            <a:gdLst/>
            <a:ahLst/>
            <a:cxnLst/>
            <a:rect r="r" b="b" t="t" l="l"/>
            <a:pathLst>
              <a:path h="10287000" w="9578340">
                <a:moveTo>
                  <a:pt x="0" y="0"/>
                </a:moveTo>
                <a:lnTo>
                  <a:pt x="9578340" y="0"/>
                </a:lnTo>
                <a:lnTo>
                  <a:pt x="95783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Stack</a:t>
            </a:r>
          </a:p>
        </p:txBody>
      </p:sp>
    </p:spTree>
  </p:cSld>
  <p:clrMapOvr>
    <a:masterClrMapping/>
  </p:clrMapOvr>
  <p:transition spd="med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44308">
            <a:off x="15936235" y="8231979"/>
            <a:ext cx="2646130" cy="2646130"/>
          </a:xfrm>
          <a:custGeom>
            <a:avLst/>
            <a:gdLst/>
            <a:ahLst/>
            <a:cxnLst/>
            <a:rect r="r" b="b" t="t" l="l"/>
            <a:pathLst>
              <a:path h="2646130" w="2646130">
                <a:moveTo>
                  <a:pt x="0" y="0"/>
                </a:moveTo>
                <a:lnTo>
                  <a:pt x="2646130" y="0"/>
                </a:lnTo>
                <a:lnTo>
                  <a:pt x="2646130" y="2646130"/>
                </a:lnTo>
                <a:lnTo>
                  <a:pt x="0" y="264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8024" y="250227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27518" y="6617076"/>
            <a:ext cx="3932109" cy="1908537"/>
            <a:chOff x="0" y="0"/>
            <a:chExt cx="5242812" cy="254471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32643" y="265535"/>
              <a:ext cx="3629115" cy="15198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63"/>
                </a:lnSpc>
              </a:pPr>
              <a:r>
                <a:rPr lang="en-US" sz="6616">
                  <a:solidFill>
                    <a:srgbClr val="07426D"/>
                  </a:solidFill>
                  <a:latin typeface="Poppins"/>
                  <a:ea typeface="Poppins"/>
                  <a:cs typeface="Poppins"/>
                  <a:sym typeface="Poppins"/>
                </a:rPr>
                <a:t>Ouvrir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404331"/>
              <a:ext cx="4746900" cy="1423233"/>
              <a:chOff x="0" y="0"/>
              <a:chExt cx="1516193" cy="45459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16193" cy="454591"/>
              </a:xfrm>
              <a:custGeom>
                <a:avLst/>
                <a:gdLst/>
                <a:ahLst/>
                <a:cxnLst/>
                <a:rect r="r" b="b" t="t" l="l"/>
                <a:pathLst>
                  <a:path h="454591" w="1516193">
                    <a:moveTo>
                      <a:pt x="134483" y="0"/>
                    </a:moveTo>
                    <a:lnTo>
                      <a:pt x="1381710" y="0"/>
                    </a:lnTo>
                    <a:cubicBezTo>
                      <a:pt x="1417377" y="0"/>
                      <a:pt x="1451583" y="14169"/>
                      <a:pt x="1476804" y="39389"/>
                    </a:cubicBezTo>
                    <a:cubicBezTo>
                      <a:pt x="1502024" y="64610"/>
                      <a:pt x="1516193" y="98816"/>
                      <a:pt x="1516193" y="134483"/>
                    </a:cubicBezTo>
                    <a:lnTo>
                      <a:pt x="1516193" y="320107"/>
                    </a:lnTo>
                    <a:cubicBezTo>
                      <a:pt x="1516193" y="394381"/>
                      <a:pt x="1455983" y="454591"/>
                      <a:pt x="1381710" y="454591"/>
                    </a:cubicBezTo>
                    <a:lnTo>
                      <a:pt x="134483" y="454591"/>
                    </a:lnTo>
                    <a:cubicBezTo>
                      <a:pt x="60210" y="454591"/>
                      <a:pt x="0" y="394381"/>
                      <a:pt x="0" y="320107"/>
                    </a:cubicBezTo>
                    <a:lnTo>
                      <a:pt x="0" y="134483"/>
                    </a:lnTo>
                    <a:cubicBezTo>
                      <a:pt x="0" y="60210"/>
                      <a:pt x="60210" y="0"/>
                      <a:pt x="134483" y="0"/>
                    </a:cubicBezTo>
                    <a:close/>
                  </a:path>
                </a:pathLst>
              </a:custGeom>
              <a:ln w="85725" cap="rnd">
                <a:solidFill>
                  <a:srgbClr val="07426D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1516193" cy="5117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453290" y="0"/>
              <a:ext cx="587219" cy="2544716"/>
              <a:chOff x="0" y="0"/>
              <a:chExt cx="187562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875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87562">
                    <a:moveTo>
                      <a:pt x="0" y="0"/>
                    </a:moveTo>
                    <a:lnTo>
                      <a:pt x="187562" y="0"/>
                    </a:lnTo>
                    <a:lnTo>
                      <a:pt x="18756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87562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861758" y="404331"/>
              <a:ext cx="1381055" cy="1381055"/>
            </a:xfrm>
            <a:custGeom>
              <a:avLst/>
              <a:gdLst/>
              <a:ahLst/>
              <a:cxnLst/>
              <a:rect r="r" b="b" t="t" l="l"/>
              <a:pathLst>
                <a:path h="1381055" w="1381055">
                  <a:moveTo>
                    <a:pt x="0" y="0"/>
                  </a:moveTo>
                  <a:lnTo>
                    <a:pt x="1381054" y="0"/>
                  </a:lnTo>
                  <a:lnTo>
                    <a:pt x="1381054" y="1381055"/>
                  </a:lnTo>
                  <a:lnTo>
                    <a:pt x="0" y="1381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Python</a:t>
            </a:r>
          </a:p>
        </p:txBody>
      </p:sp>
    </p:spTree>
  </p:cSld>
  <p:clrMapOvr>
    <a:masterClrMapping/>
  </p:clrMapOvr>
  <p:transition spd="med">
    <p:cover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3229" y="878004"/>
            <a:ext cx="12966111" cy="9342786"/>
          </a:xfrm>
          <a:custGeom>
            <a:avLst/>
            <a:gdLst/>
            <a:ahLst/>
            <a:cxnLst/>
            <a:rect r="r" b="b" t="t" l="l"/>
            <a:pathLst>
              <a:path h="9342786" w="12966111">
                <a:moveTo>
                  <a:pt x="0" y="0"/>
                </a:moveTo>
                <a:lnTo>
                  <a:pt x="12966111" y="0"/>
                </a:lnTo>
                <a:lnTo>
                  <a:pt x="12966111" y="9342786"/>
                </a:lnTo>
                <a:lnTo>
                  <a:pt x="0" y="9342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76059" y="1801907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70"/>
                </a:lnTo>
                <a:lnTo>
                  <a:pt x="0" y="568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7397060" y="3037639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8" y="0"/>
                </a:lnTo>
                <a:lnTo>
                  <a:pt x="3114688" y="2888164"/>
                </a:lnTo>
                <a:lnTo>
                  <a:pt x="0" y="2888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3439" y="1660757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Microbe qui provoque la maladie intoxication alimentaire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7075588" y="3524422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7" y="0"/>
                </a:lnTo>
                <a:lnTo>
                  <a:pt x="3114687" y="2888165"/>
                </a:lnTo>
                <a:lnTo>
                  <a:pt x="0" y="288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2897" y="2968023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Aliments qui provoques plus de maladie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7586656" y="3895352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8" y="0"/>
                </a:lnTo>
                <a:lnTo>
                  <a:pt x="3114688" y="2888164"/>
                </a:lnTo>
                <a:lnTo>
                  <a:pt x="0" y="2888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8168" y="2671279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Analyse de repartition géographique des maladies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6709179" y="4437410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8" y="0"/>
                </a:lnTo>
                <a:lnTo>
                  <a:pt x="3114688" y="2888165"/>
                </a:lnTo>
                <a:lnTo>
                  <a:pt x="0" y="288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95933" y="3070167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Statistique de la gravité des maladies d’intoxication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7267928" y="4790304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8" y="0"/>
                </a:lnTo>
                <a:lnTo>
                  <a:pt x="3114688" y="2888165"/>
                </a:lnTo>
                <a:lnTo>
                  <a:pt x="0" y="288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54682" y="4099441"/>
            <a:ext cx="7298792" cy="84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Statistique par rapport au temps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8267795" y="5202014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7" y="0"/>
                </a:lnTo>
                <a:lnTo>
                  <a:pt x="3114687" y="2888165"/>
                </a:lnTo>
                <a:lnTo>
                  <a:pt x="0" y="288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53478" y="3898366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Statistique par rapport aux région et aliments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8091348" y="5672539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7" y="0"/>
                </a:lnTo>
                <a:lnTo>
                  <a:pt x="3114687" y="2888165"/>
                </a:lnTo>
                <a:lnTo>
                  <a:pt x="0" y="288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7031" y="4368892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Statistique des établissements concernés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6441007" y="6129116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7" y="0"/>
                </a:lnTo>
                <a:lnTo>
                  <a:pt x="3114687" y="2888164"/>
                </a:lnTo>
                <a:lnTo>
                  <a:pt x="0" y="2888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2478" y="5572716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Indicateurs de performance globale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6793901" y="6462256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7" y="0"/>
                </a:lnTo>
                <a:lnTo>
                  <a:pt x="3114687" y="2888165"/>
                </a:lnTo>
                <a:lnTo>
                  <a:pt x="0" y="288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85372" y="5905857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Etude en détail du profil des patients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29" y="4126401"/>
            <a:ext cx="7889994" cy="5685169"/>
          </a:xfrm>
          <a:custGeom>
            <a:avLst/>
            <a:gdLst/>
            <a:ahLst/>
            <a:cxnLst/>
            <a:rect r="r" b="b" t="t" l="l"/>
            <a:pathLst>
              <a:path h="5685169" w="7889994">
                <a:moveTo>
                  <a:pt x="0" y="0"/>
                </a:moveTo>
                <a:lnTo>
                  <a:pt x="7889994" y="0"/>
                </a:lnTo>
                <a:lnTo>
                  <a:pt x="7889994" y="5685169"/>
                </a:lnTo>
                <a:lnTo>
                  <a:pt x="0" y="568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83803">
            <a:off x="15708500" y="7856714"/>
            <a:ext cx="2687541" cy="2803172"/>
          </a:xfrm>
          <a:custGeom>
            <a:avLst/>
            <a:gdLst/>
            <a:ahLst/>
            <a:cxnLst/>
            <a:rect r="r" b="b" t="t" l="l"/>
            <a:pathLst>
              <a:path h="2803172" w="2687541">
                <a:moveTo>
                  <a:pt x="0" y="0"/>
                </a:moveTo>
                <a:lnTo>
                  <a:pt x="2687541" y="0"/>
                </a:lnTo>
                <a:lnTo>
                  <a:pt x="2687541" y="2803172"/>
                </a:lnTo>
                <a:lnTo>
                  <a:pt x="0" y="28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6194">
            <a:off x="8058438" y="6937686"/>
            <a:ext cx="3114687" cy="2888165"/>
          </a:xfrm>
          <a:custGeom>
            <a:avLst/>
            <a:gdLst/>
            <a:ahLst/>
            <a:cxnLst/>
            <a:rect r="r" b="b" t="t" l="l"/>
            <a:pathLst>
              <a:path h="2888165" w="3114687">
                <a:moveTo>
                  <a:pt x="0" y="0"/>
                </a:moveTo>
                <a:lnTo>
                  <a:pt x="3114687" y="0"/>
                </a:lnTo>
                <a:lnTo>
                  <a:pt x="3114687" y="2888165"/>
                </a:lnTo>
                <a:lnTo>
                  <a:pt x="0" y="2888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85372" y="5440236"/>
            <a:ext cx="7298792" cy="17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0"/>
              </a:lnSpc>
            </a:pPr>
            <a:r>
              <a:rPr lang="en-US" sz="5007">
                <a:solidFill>
                  <a:srgbClr val="07426D"/>
                </a:solidFill>
                <a:latin typeface="Circus Of Innocents"/>
                <a:ea typeface="Circus Of Innocents"/>
                <a:cs typeface="Circus Of Innocents"/>
                <a:sym typeface="Circus Of Innocents"/>
              </a:rPr>
              <a:t>Statistique des inspetions dans les établissements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347998">
            <a:off x="-208678" y="748648"/>
            <a:ext cx="3792814" cy="8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</a:pPr>
            <a:r>
              <a:rPr lang="en-US" sz="905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Stack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16831">
            <a:off x="11751277" y="1762432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16831">
            <a:off x="-618937" y="6492376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905534">
            <a:off x="-8531608" y="-6550797"/>
            <a:ext cx="14276374" cy="14115765"/>
          </a:xfrm>
          <a:custGeom>
            <a:avLst/>
            <a:gdLst/>
            <a:ahLst/>
            <a:cxnLst/>
            <a:rect r="r" b="b" t="t" l="l"/>
            <a:pathLst>
              <a:path h="14115765" w="14276374">
                <a:moveTo>
                  <a:pt x="0" y="0"/>
                </a:moveTo>
                <a:lnTo>
                  <a:pt x="14276374" y="0"/>
                </a:lnTo>
                <a:lnTo>
                  <a:pt x="14276374" y="14115765"/>
                </a:lnTo>
                <a:lnTo>
                  <a:pt x="0" y="1411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347998">
            <a:off x="759561" y="4066938"/>
            <a:ext cx="16453554" cy="313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58"/>
              </a:lnSpc>
            </a:pPr>
            <a:r>
              <a:rPr lang="en-US" sz="34289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Demonstration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688" y="383261"/>
            <a:ext cx="1784449" cy="78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9"/>
              </a:lnSpc>
            </a:pPr>
            <a:r>
              <a:rPr lang="en-US" sz="4342" b="true">
                <a:solidFill>
                  <a:srgbClr val="07426D"/>
                </a:solidFill>
                <a:latin typeface="Poppins Bold"/>
                <a:ea typeface="Poppins Bold"/>
                <a:cs typeface="Poppins Bold"/>
                <a:sym typeface="Poppins Bold"/>
              </a:rPr>
              <a:t>Part 3.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19196" y="4974915"/>
            <a:ext cx="3323483" cy="3323483"/>
          </a:xfrm>
          <a:custGeom>
            <a:avLst/>
            <a:gdLst/>
            <a:ahLst/>
            <a:cxnLst/>
            <a:rect r="r" b="b" t="t" l="l"/>
            <a:pathLst>
              <a:path h="3323483" w="3323483">
                <a:moveTo>
                  <a:pt x="0" y="0"/>
                </a:moveTo>
                <a:lnTo>
                  <a:pt x="3323483" y="0"/>
                </a:lnTo>
                <a:lnTo>
                  <a:pt x="3323483" y="3323483"/>
                </a:lnTo>
                <a:lnTo>
                  <a:pt x="0" y="33234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cover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16831">
            <a:off x="11751277" y="1762432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16831">
            <a:off x="-618937" y="6492376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905534">
            <a:off x="-8531608" y="-6550797"/>
            <a:ext cx="14276374" cy="14115765"/>
          </a:xfrm>
          <a:custGeom>
            <a:avLst/>
            <a:gdLst/>
            <a:ahLst/>
            <a:cxnLst/>
            <a:rect r="r" b="b" t="t" l="l"/>
            <a:pathLst>
              <a:path h="14115765" w="14276374">
                <a:moveTo>
                  <a:pt x="0" y="0"/>
                </a:moveTo>
                <a:lnTo>
                  <a:pt x="14276374" y="0"/>
                </a:lnTo>
                <a:lnTo>
                  <a:pt x="14276374" y="14115765"/>
                </a:lnTo>
                <a:lnTo>
                  <a:pt x="0" y="1411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347998">
            <a:off x="742723" y="4634277"/>
            <a:ext cx="15923027" cy="349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5"/>
              </a:lnSpc>
            </a:pPr>
            <a:r>
              <a:rPr lang="en-US" sz="38028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Décisions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1819" y="383261"/>
            <a:ext cx="1824186" cy="78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9"/>
              </a:lnSpc>
            </a:pPr>
            <a:r>
              <a:rPr lang="en-US" sz="4342" b="true">
                <a:solidFill>
                  <a:srgbClr val="07426D"/>
                </a:solidFill>
                <a:latin typeface="Poppins Bold"/>
                <a:ea typeface="Poppins Bold"/>
                <a:cs typeface="Poppins Bold"/>
                <a:sym typeface="Poppins Bold"/>
              </a:rPr>
              <a:t>Part 4.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407881" y="837696"/>
            <a:ext cx="2393813" cy="2547739"/>
          </a:xfrm>
          <a:custGeom>
            <a:avLst/>
            <a:gdLst/>
            <a:ahLst/>
            <a:cxnLst/>
            <a:rect r="r" b="b" t="t" l="l"/>
            <a:pathLst>
              <a:path h="2547739" w="2393813">
                <a:moveTo>
                  <a:pt x="0" y="0"/>
                </a:moveTo>
                <a:lnTo>
                  <a:pt x="2393813" y="0"/>
                </a:lnTo>
                <a:lnTo>
                  <a:pt x="2393813" y="2547739"/>
                </a:lnTo>
                <a:lnTo>
                  <a:pt x="0" y="2547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push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16831">
            <a:off x="11751277" y="1762432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16831">
            <a:off x="-618937" y="6492376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905534">
            <a:off x="-8531608" y="-6550797"/>
            <a:ext cx="14276374" cy="14115765"/>
          </a:xfrm>
          <a:custGeom>
            <a:avLst/>
            <a:gdLst/>
            <a:ahLst/>
            <a:cxnLst/>
            <a:rect r="r" b="b" t="t" l="l"/>
            <a:pathLst>
              <a:path h="14115765" w="14276374">
                <a:moveTo>
                  <a:pt x="0" y="0"/>
                </a:moveTo>
                <a:lnTo>
                  <a:pt x="14276374" y="0"/>
                </a:lnTo>
                <a:lnTo>
                  <a:pt x="14276374" y="14115765"/>
                </a:lnTo>
                <a:lnTo>
                  <a:pt x="0" y="1411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347998">
            <a:off x="-136534" y="776831"/>
            <a:ext cx="3549669" cy="77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8477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Décisions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2885" y="4237350"/>
            <a:ext cx="849084" cy="896131"/>
          </a:xfrm>
          <a:custGeom>
            <a:avLst/>
            <a:gdLst/>
            <a:ahLst/>
            <a:cxnLst/>
            <a:rect r="r" b="b" t="t" l="l"/>
            <a:pathLst>
              <a:path h="896131" w="849084">
                <a:moveTo>
                  <a:pt x="0" y="0"/>
                </a:moveTo>
                <a:lnTo>
                  <a:pt x="849084" y="0"/>
                </a:lnTo>
                <a:lnTo>
                  <a:pt x="849084" y="896131"/>
                </a:lnTo>
                <a:lnTo>
                  <a:pt x="0" y="896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46929" y="1559176"/>
            <a:ext cx="7794143" cy="168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5"/>
              </a:lnSpc>
            </a:pPr>
            <a:r>
              <a:rPr lang="en-US" sz="9697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Globalement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2883" y="3712674"/>
            <a:ext cx="3430454" cy="167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47"/>
              </a:lnSpc>
            </a:pPr>
            <a:r>
              <a:rPr lang="en-US" sz="9462">
                <a:solidFill>
                  <a:srgbClr val="07426D"/>
                </a:solidFill>
                <a:latin typeface="Poppins"/>
                <a:ea typeface="Poppins"/>
                <a:cs typeface="Poppins"/>
                <a:sym typeface="Poppins"/>
              </a:rPr>
              <a:t>(KPIs)</a:t>
            </a:r>
          </a:p>
        </p:txBody>
      </p:sp>
    </p:spTree>
  </p:cSld>
  <p:clrMapOvr>
    <a:masterClrMapping/>
  </p:clrMapOvr>
  <p:transition spd="med">
    <p:push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16831">
            <a:off x="11751277" y="1762432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80333" y="3789494"/>
            <a:ext cx="6532367" cy="6022957"/>
            <a:chOff x="0" y="0"/>
            <a:chExt cx="1720459" cy="15862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0459" cy="1586293"/>
            </a:xfrm>
            <a:custGeom>
              <a:avLst/>
              <a:gdLst/>
              <a:ahLst/>
              <a:cxnLst/>
              <a:rect r="r" b="b" t="t" l="l"/>
              <a:pathLst>
                <a:path h="1586293" w="1720459">
                  <a:moveTo>
                    <a:pt x="59258" y="0"/>
                  </a:moveTo>
                  <a:lnTo>
                    <a:pt x="1661201" y="0"/>
                  </a:lnTo>
                  <a:cubicBezTo>
                    <a:pt x="1693928" y="0"/>
                    <a:pt x="1720459" y="26531"/>
                    <a:pt x="1720459" y="59258"/>
                  </a:cubicBezTo>
                  <a:lnTo>
                    <a:pt x="1720459" y="1527035"/>
                  </a:lnTo>
                  <a:cubicBezTo>
                    <a:pt x="1720459" y="1542751"/>
                    <a:pt x="1714216" y="1557824"/>
                    <a:pt x="1703102" y="1568937"/>
                  </a:cubicBezTo>
                  <a:cubicBezTo>
                    <a:pt x="1691989" y="1580050"/>
                    <a:pt x="1676917" y="1586293"/>
                    <a:pt x="1661201" y="1586293"/>
                  </a:cubicBezTo>
                  <a:lnTo>
                    <a:pt x="59258" y="1586293"/>
                  </a:lnTo>
                  <a:cubicBezTo>
                    <a:pt x="43542" y="1586293"/>
                    <a:pt x="28469" y="1580050"/>
                    <a:pt x="17356" y="1568937"/>
                  </a:cubicBezTo>
                  <a:cubicBezTo>
                    <a:pt x="6243" y="1557824"/>
                    <a:pt x="0" y="1542751"/>
                    <a:pt x="0" y="1527035"/>
                  </a:cubicBezTo>
                  <a:lnTo>
                    <a:pt x="0" y="59258"/>
                  </a:lnTo>
                  <a:cubicBezTo>
                    <a:pt x="0" y="43542"/>
                    <a:pt x="6243" y="28469"/>
                    <a:pt x="17356" y="17356"/>
                  </a:cubicBezTo>
                  <a:cubicBezTo>
                    <a:pt x="28469" y="6243"/>
                    <a:pt x="43542" y="0"/>
                    <a:pt x="59258" y="0"/>
                  </a:cubicBezTo>
                  <a:close/>
                </a:path>
              </a:pathLst>
            </a:custGeom>
            <a:solidFill>
              <a:srgbClr val="07426D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720459" cy="1652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39704" y="3888408"/>
            <a:ext cx="6532367" cy="6022957"/>
            <a:chOff x="0" y="0"/>
            <a:chExt cx="1720459" cy="15862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0459" cy="1586293"/>
            </a:xfrm>
            <a:custGeom>
              <a:avLst/>
              <a:gdLst/>
              <a:ahLst/>
              <a:cxnLst/>
              <a:rect r="r" b="b" t="t" l="l"/>
              <a:pathLst>
                <a:path h="1586293" w="1720459">
                  <a:moveTo>
                    <a:pt x="59258" y="0"/>
                  </a:moveTo>
                  <a:lnTo>
                    <a:pt x="1661201" y="0"/>
                  </a:lnTo>
                  <a:cubicBezTo>
                    <a:pt x="1693928" y="0"/>
                    <a:pt x="1720459" y="26531"/>
                    <a:pt x="1720459" y="59258"/>
                  </a:cubicBezTo>
                  <a:lnTo>
                    <a:pt x="1720459" y="1527035"/>
                  </a:lnTo>
                  <a:cubicBezTo>
                    <a:pt x="1720459" y="1542751"/>
                    <a:pt x="1714216" y="1557824"/>
                    <a:pt x="1703102" y="1568937"/>
                  </a:cubicBezTo>
                  <a:cubicBezTo>
                    <a:pt x="1691989" y="1580050"/>
                    <a:pt x="1676917" y="1586293"/>
                    <a:pt x="1661201" y="1586293"/>
                  </a:cubicBezTo>
                  <a:lnTo>
                    <a:pt x="59258" y="1586293"/>
                  </a:lnTo>
                  <a:cubicBezTo>
                    <a:pt x="43542" y="1586293"/>
                    <a:pt x="28469" y="1580050"/>
                    <a:pt x="17356" y="1568937"/>
                  </a:cubicBezTo>
                  <a:cubicBezTo>
                    <a:pt x="6243" y="1557824"/>
                    <a:pt x="0" y="1542751"/>
                    <a:pt x="0" y="1527035"/>
                  </a:cubicBezTo>
                  <a:lnTo>
                    <a:pt x="0" y="59258"/>
                  </a:lnTo>
                  <a:cubicBezTo>
                    <a:pt x="0" y="43542"/>
                    <a:pt x="6243" y="28469"/>
                    <a:pt x="17356" y="17356"/>
                  </a:cubicBezTo>
                  <a:cubicBezTo>
                    <a:pt x="28469" y="6243"/>
                    <a:pt x="43542" y="0"/>
                    <a:pt x="59258" y="0"/>
                  </a:cubicBezTo>
                  <a:close/>
                </a:path>
              </a:pathLst>
            </a:custGeom>
            <a:solidFill>
              <a:srgbClr val="07426D">
                <a:alpha val="3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720459" cy="1652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816831">
            <a:off x="-618937" y="6492376"/>
            <a:ext cx="15484264" cy="16100037"/>
          </a:xfrm>
          <a:custGeom>
            <a:avLst/>
            <a:gdLst/>
            <a:ahLst/>
            <a:cxnLst/>
            <a:rect r="r" b="b" t="t" l="l"/>
            <a:pathLst>
              <a:path h="16100037" w="15484264">
                <a:moveTo>
                  <a:pt x="0" y="0"/>
                </a:moveTo>
                <a:lnTo>
                  <a:pt x="15484264" y="0"/>
                </a:lnTo>
                <a:lnTo>
                  <a:pt x="15484264" y="16100037"/>
                </a:lnTo>
                <a:lnTo>
                  <a:pt x="0" y="161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905534">
            <a:off x="-8531608" y="-6550797"/>
            <a:ext cx="14276374" cy="14115765"/>
          </a:xfrm>
          <a:custGeom>
            <a:avLst/>
            <a:gdLst/>
            <a:ahLst/>
            <a:cxnLst/>
            <a:rect r="r" b="b" t="t" l="l"/>
            <a:pathLst>
              <a:path h="14115765" w="14276374">
                <a:moveTo>
                  <a:pt x="0" y="0"/>
                </a:moveTo>
                <a:lnTo>
                  <a:pt x="14276374" y="0"/>
                </a:lnTo>
                <a:lnTo>
                  <a:pt x="14276374" y="14115765"/>
                </a:lnTo>
                <a:lnTo>
                  <a:pt x="0" y="1411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328175">
            <a:off x="14744294" y="68695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72882" y="4294500"/>
            <a:ext cx="849084" cy="896131"/>
          </a:xfrm>
          <a:custGeom>
            <a:avLst/>
            <a:gdLst/>
            <a:ahLst/>
            <a:cxnLst/>
            <a:rect r="r" b="b" t="t" l="l"/>
            <a:pathLst>
              <a:path h="896131" w="849084">
                <a:moveTo>
                  <a:pt x="0" y="0"/>
                </a:moveTo>
                <a:lnTo>
                  <a:pt x="849084" y="0"/>
                </a:lnTo>
                <a:lnTo>
                  <a:pt x="849084" y="896131"/>
                </a:lnTo>
                <a:lnTo>
                  <a:pt x="0" y="896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15162" y="4312770"/>
            <a:ext cx="849084" cy="896131"/>
          </a:xfrm>
          <a:custGeom>
            <a:avLst/>
            <a:gdLst/>
            <a:ahLst/>
            <a:cxnLst/>
            <a:rect r="r" b="b" t="t" l="l"/>
            <a:pathLst>
              <a:path h="896131" w="849084">
                <a:moveTo>
                  <a:pt x="0" y="0"/>
                </a:moveTo>
                <a:lnTo>
                  <a:pt x="849084" y="0"/>
                </a:lnTo>
                <a:lnTo>
                  <a:pt x="849084" y="896130"/>
                </a:lnTo>
                <a:lnTo>
                  <a:pt x="0" y="8961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347998">
            <a:off x="-136534" y="776831"/>
            <a:ext cx="3549669" cy="77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8477">
                <a:solidFill>
                  <a:srgbClr val="07426D"/>
                </a:solidFill>
                <a:latin typeface="Have Heart One"/>
                <a:ea typeface="Have Heart One"/>
                <a:cs typeface="Have Heart One"/>
                <a:sym typeface="Have Heart One"/>
              </a:rPr>
              <a:t>Décisions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78219" y="1559176"/>
            <a:ext cx="11331562" cy="168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5"/>
              </a:lnSpc>
            </a:pPr>
            <a:r>
              <a:rPr lang="en-US" sz="9697">
                <a:solidFill>
                  <a:srgbClr val="07426D"/>
                </a:solidFill>
                <a:latin typeface="Insaniburger with Cheese"/>
                <a:ea typeface="Insaniburger with Cheese"/>
                <a:cs typeface="Insaniburger with Cheese"/>
                <a:sym typeface="Insaniburger with Cheese"/>
              </a:rPr>
              <a:t>Geographiquement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45791" y="4095256"/>
            <a:ext cx="542329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Top 5 regions 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90241" y="4113525"/>
            <a:ext cx="542329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Top 5 regions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0333" y="5104906"/>
            <a:ext cx="5030688" cy="369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SAVA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Vakinakaratra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Menabe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Haute Matsiatra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Vatovavy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24783" y="5123175"/>
            <a:ext cx="5030688" cy="369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SAVA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Vakinakaratra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Menabe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Haute Matsiatra</a:t>
            </a:r>
          </a:p>
          <a:p>
            <a:pPr algn="l" marL="912394" indent="-456197" lvl="1">
              <a:lnSpc>
                <a:spcPts val="5916"/>
              </a:lnSpc>
              <a:buFont typeface="Arial"/>
              <a:buChar char="•"/>
            </a:pPr>
            <a:r>
              <a:rPr lang="en-US" b="true" sz="4226">
                <a:solidFill>
                  <a:srgbClr val="FFFFFF"/>
                </a:solidFill>
                <a:latin typeface="Scouts GT Planar Bold"/>
                <a:ea typeface="Scouts GT Planar Bold"/>
                <a:cs typeface="Scouts GT Planar Bold"/>
                <a:sym typeface="Scouts GT Planar Bold"/>
              </a:rPr>
              <a:t>Vatovavy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DAHPMBE_0Ms</dc:identifier>
  <dcterms:modified xsi:type="dcterms:W3CDTF">2011-08-01T06:04:30Z</dcterms:modified>
  <cp:revision>1</cp:revision>
  <dc:title>Intoxication</dc:title>
</cp:coreProperties>
</file>